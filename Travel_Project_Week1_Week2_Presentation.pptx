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D32A63-74C1-4919-9DC4-006DDD88D47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57D9908-C4EB-428D-B02F-B52CA823D974}">
      <dgm:prSet/>
      <dgm:spPr/>
      <dgm:t>
        <a:bodyPr/>
        <a:lstStyle/>
        <a:p>
          <a:r>
            <a:rPr lang="en-US" b="1"/>
            <a:t>Goal: Analyze hotel booking data to reduce cancellations and improve pricing decisions.</a:t>
          </a:r>
          <a:endParaRPr lang="en-US"/>
        </a:p>
      </dgm:t>
    </dgm:pt>
    <dgm:pt modelId="{1DB29936-2DB0-4A1E-A088-84282E0964D0}" type="parTrans" cxnId="{BB6F95E7-B834-47DC-A073-5B9A76DA08ED}">
      <dgm:prSet/>
      <dgm:spPr/>
      <dgm:t>
        <a:bodyPr/>
        <a:lstStyle/>
        <a:p>
          <a:endParaRPr lang="en-US"/>
        </a:p>
      </dgm:t>
    </dgm:pt>
    <dgm:pt modelId="{9AD0295B-49A8-42AD-8294-55E35BA5538E}" type="sibTrans" cxnId="{BB6F95E7-B834-47DC-A073-5B9A76DA08ED}">
      <dgm:prSet/>
      <dgm:spPr/>
      <dgm:t>
        <a:bodyPr/>
        <a:lstStyle/>
        <a:p>
          <a:endParaRPr lang="en-US"/>
        </a:p>
      </dgm:t>
    </dgm:pt>
    <dgm:pt modelId="{9142C8B0-8FB5-49FD-BFF4-DD59788EF22C}">
      <dgm:prSet/>
      <dgm:spPr/>
      <dgm:t>
        <a:bodyPr/>
        <a:lstStyle/>
        <a:p>
          <a:r>
            <a:rPr lang="en-US" b="1"/>
            <a:t>Tools: Python, Pandas, NumPy, Matplotlib, Seaborn, GitHub.</a:t>
          </a:r>
          <a:endParaRPr lang="en-US"/>
        </a:p>
      </dgm:t>
    </dgm:pt>
    <dgm:pt modelId="{B881D785-BB1D-44EB-94AB-8D6EFF59CE4E}" type="parTrans" cxnId="{343FAA33-B394-4598-915D-3C7CBB50332E}">
      <dgm:prSet/>
      <dgm:spPr/>
      <dgm:t>
        <a:bodyPr/>
        <a:lstStyle/>
        <a:p>
          <a:endParaRPr lang="en-US"/>
        </a:p>
      </dgm:t>
    </dgm:pt>
    <dgm:pt modelId="{A4677BA9-FCE1-48A0-9069-4B455448D3F1}" type="sibTrans" cxnId="{343FAA33-B394-4598-915D-3C7CBB50332E}">
      <dgm:prSet/>
      <dgm:spPr/>
      <dgm:t>
        <a:bodyPr/>
        <a:lstStyle/>
        <a:p>
          <a:endParaRPr lang="en-US"/>
        </a:p>
      </dgm:t>
    </dgm:pt>
    <dgm:pt modelId="{F0E8262A-7707-4CEC-9497-C768B3AC1459}" type="pres">
      <dgm:prSet presAssocID="{00D32A63-74C1-4919-9DC4-006DDD88D476}" presName="root" presStyleCnt="0">
        <dgm:presLayoutVars>
          <dgm:dir/>
          <dgm:resizeHandles val="exact"/>
        </dgm:presLayoutVars>
      </dgm:prSet>
      <dgm:spPr/>
    </dgm:pt>
    <dgm:pt modelId="{BAFEC89A-BB05-4C53-B602-E88E7898B15F}" type="pres">
      <dgm:prSet presAssocID="{657D9908-C4EB-428D-B02F-B52CA823D974}" presName="compNode" presStyleCnt="0"/>
      <dgm:spPr/>
    </dgm:pt>
    <dgm:pt modelId="{437762C8-121B-467A-B61B-DCFDF75A8A51}" type="pres">
      <dgm:prSet presAssocID="{657D9908-C4EB-428D-B02F-B52CA823D97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11275B28-2F68-4B38-975A-71266C601928}" type="pres">
      <dgm:prSet presAssocID="{657D9908-C4EB-428D-B02F-B52CA823D974}" presName="spaceRect" presStyleCnt="0"/>
      <dgm:spPr/>
    </dgm:pt>
    <dgm:pt modelId="{F31A64BF-BA66-417B-BA3E-3D7AD2898EC6}" type="pres">
      <dgm:prSet presAssocID="{657D9908-C4EB-428D-B02F-B52CA823D974}" presName="textRect" presStyleLbl="revTx" presStyleIdx="0" presStyleCnt="2">
        <dgm:presLayoutVars>
          <dgm:chMax val="1"/>
          <dgm:chPref val="1"/>
        </dgm:presLayoutVars>
      </dgm:prSet>
      <dgm:spPr/>
    </dgm:pt>
    <dgm:pt modelId="{E8AD3098-9A8C-4419-89CF-DF0E9042063F}" type="pres">
      <dgm:prSet presAssocID="{9AD0295B-49A8-42AD-8294-55E35BA5538E}" presName="sibTrans" presStyleCnt="0"/>
      <dgm:spPr/>
    </dgm:pt>
    <dgm:pt modelId="{E8055CBB-D053-4C1E-9914-2CE38FCCD31F}" type="pres">
      <dgm:prSet presAssocID="{9142C8B0-8FB5-49FD-BFF4-DD59788EF22C}" presName="compNode" presStyleCnt="0"/>
      <dgm:spPr/>
    </dgm:pt>
    <dgm:pt modelId="{5B34CF84-92A3-49FF-BA08-32D9D6322037}" type="pres">
      <dgm:prSet presAssocID="{9142C8B0-8FB5-49FD-BFF4-DD59788EF22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0D361620-5E39-4804-A9C3-D5DFA6F5231A}" type="pres">
      <dgm:prSet presAssocID="{9142C8B0-8FB5-49FD-BFF4-DD59788EF22C}" presName="spaceRect" presStyleCnt="0"/>
      <dgm:spPr/>
    </dgm:pt>
    <dgm:pt modelId="{C52175BB-4CF6-4969-9447-B645544FBF5F}" type="pres">
      <dgm:prSet presAssocID="{9142C8B0-8FB5-49FD-BFF4-DD59788EF22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43FAA33-B394-4598-915D-3C7CBB50332E}" srcId="{00D32A63-74C1-4919-9DC4-006DDD88D476}" destId="{9142C8B0-8FB5-49FD-BFF4-DD59788EF22C}" srcOrd="1" destOrd="0" parTransId="{B881D785-BB1D-44EB-94AB-8D6EFF59CE4E}" sibTransId="{A4677BA9-FCE1-48A0-9069-4B455448D3F1}"/>
    <dgm:cxn modelId="{18E6396A-2723-4581-93FC-7A3DC77CF8C7}" type="presOf" srcId="{00D32A63-74C1-4919-9DC4-006DDD88D476}" destId="{F0E8262A-7707-4CEC-9497-C768B3AC1459}" srcOrd="0" destOrd="0" presId="urn:microsoft.com/office/officeart/2018/2/layout/IconLabelList"/>
    <dgm:cxn modelId="{BCED4686-8ADF-4CD2-A854-A5E8E3446917}" type="presOf" srcId="{9142C8B0-8FB5-49FD-BFF4-DD59788EF22C}" destId="{C52175BB-4CF6-4969-9447-B645544FBF5F}" srcOrd="0" destOrd="0" presId="urn:microsoft.com/office/officeart/2018/2/layout/IconLabelList"/>
    <dgm:cxn modelId="{8BCF638F-A856-4377-A45D-A5DFE14EF2E5}" type="presOf" srcId="{657D9908-C4EB-428D-B02F-B52CA823D974}" destId="{F31A64BF-BA66-417B-BA3E-3D7AD2898EC6}" srcOrd="0" destOrd="0" presId="urn:microsoft.com/office/officeart/2018/2/layout/IconLabelList"/>
    <dgm:cxn modelId="{BB6F95E7-B834-47DC-A073-5B9A76DA08ED}" srcId="{00D32A63-74C1-4919-9DC4-006DDD88D476}" destId="{657D9908-C4EB-428D-B02F-B52CA823D974}" srcOrd="0" destOrd="0" parTransId="{1DB29936-2DB0-4A1E-A088-84282E0964D0}" sibTransId="{9AD0295B-49A8-42AD-8294-55E35BA5538E}"/>
    <dgm:cxn modelId="{8948CBBC-8B08-4047-8DFC-34DDCD8DE81C}" type="presParOf" srcId="{F0E8262A-7707-4CEC-9497-C768B3AC1459}" destId="{BAFEC89A-BB05-4C53-B602-E88E7898B15F}" srcOrd="0" destOrd="0" presId="urn:microsoft.com/office/officeart/2018/2/layout/IconLabelList"/>
    <dgm:cxn modelId="{A7E659CD-5AF9-44AE-9AB7-EB10F80E205E}" type="presParOf" srcId="{BAFEC89A-BB05-4C53-B602-E88E7898B15F}" destId="{437762C8-121B-467A-B61B-DCFDF75A8A51}" srcOrd="0" destOrd="0" presId="urn:microsoft.com/office/officeart/2018/2/layout/IconLabelList"/>
    <dgm:cxn modelId="{728FD922-B3AC-4DF0-990B-965661EF8BA5}" type="presParOf" srcId="{BAFEC89A-BB05-4C53-B602-E88E7898B15F}" destId="{11275B28-2F68-4B38-975A-71266C601928}" srcOrd="1" destOrd="0" presId="urn:microsoft.com/office/officeart/2018/2/layout/IconLabelList"/>
    <dgm:cxn modelId="{B37EB720-E97F-41AF-95CE-9E1B7FE32C04}" type="presParOf" srcId="{BAFEC89A-BB05-4C53-B602-E88E7898B15F}" destId="{F31A64BF-BA66-417B-BA3E-3D7AD2898EC6}" srcOrd="2" destOrd="0" presId="urn:microsoft.com/office/officeart/2018/2/layout/IconLabelList"/>
    <dgm:cxn modelId="{D6D9057D-0C9D-4D94-9434-9F7E3E81D8C4}" type="presParOf" srcId="{F0E8262A-7707-4CEC-9497-C768B3AC1459}" destId="{E8AD3098-9A8C-4419-89CF-DF0E9042063F}" srcOrd="1" destOrd="0" presId="urn:microsoft.com/office/officeart/2018/2/layout/IconLabelList"/>
    <dgm:cxn modelId="{A3D86C2C-0DD6-4487-B10A-F5C617271167}" type="presParOf" srcId="{F0E8262A-7707-4CEC-9497-C768B3AC1459}" destId="{E8055CBB-D053-4C1E-9914-2CE38FCCD31F}" srcOrd="2" destOrd="0" presId="urn:microsoft.com/office/officeart/2018/2/layout/IconLabelList"/>
    <dgm:cxn modelId="{A0B73044-7AA6-4D8D-BD4C-68773B67B104}" type="presParOf" srcId="{E8055CBB-D053-4C1E-9914-2CE38FCCD31F}" destId="{5B34CF84-92A3-49FF-BA08-32D9D6322037}" srcOrd="0" destOrd="0" presId="urn:microsoft.com/office/officeart/2018/2/layout/IconLabelList"/>
    <dgm:cxn modelId="{ED588D6E-31BB-4FFC-90A7-E2DE5D4BA369}" type="presParOf" srcId="{E8055CBB-D053-4C1E-9914-2CE38FCCD31F}" destId="{0D361620-5E39-4804-A9C3-D5DFA6F5231A}" srcOrd="1" destOrd="0" presId="urn:microsoft.com/office/officeart/2018/2/layout/IconLabelList"/>
    <dgm:cxn modelId="{B3B2197F-BFD2-45E4-97B9-D724A6AA8844}" type="presParOf" srcId="{E8055CBB-D053-4C1E-9914-2CE38FCCD31F}" destId="{C52175BB-4CF6-4969-9447-B645544FBF5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7723F9-C3B1-4A02-8533-330CA28E07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FDC36AF-109D-44B9-BE21-28A1602EE16F}">
      <dgm:prSet/>
      <dgm:spPr/>
      <dgm:t>
        <a:bodyPr/>
        <a:lstStyle/>
        <a:p>
          <a:r>
            <a:rPr lang="en-US" b="1"/>
            <a:t>Sample fields:</a:t>
          </a:r>
          <a:endParaRPr lang="en-US"/>
        </a:p>
      </dgm:t>
    </dgm:pt>
    <dgm:pt modelId="{A0DA97B1-98D6-4BF3-86C7-4F9DDF4C1A03}" type="parTrans" cxnId="{20D6B074-7588-48DD-9BBF-B31DE3A689F6}">
      <dgm:prSet/>
      <dgm:spPr/>
      <dgm:t>
        <a:bodyPr/>
        <a:lstStyle/>
        <a:p>
          <a:endParaRPr lang="en-US"/>
        </a:p>
      </dgm:t>
    </dgm:pt>
    <dgm:pt modelId="{302AECFC-AB4E-4454-97C2-A0B00F67EF97}" type="sibTrans" cxnId="{20D6B074-7588-48DD-9BBF-B31DE3A689F6}">
      <dgm:prSet/>
      <dgm:spPr/>
      <dgm:t>
        <a:bodyPr/>
        <a:lstStyle/>
        <a:p>
          <a:endParaRPr lang="en-US"/>
        </a:p>
      </dgm:t>
    </dgm:pt>
    <dgm:pt modelId="{6B612BA8-584C-47D0-9998-EF991DD03CAF}">
      <dgm:prSet/>
      <dgm:spPr/>
      <dgm:t>
        <a:bodyPr/>
        <a:lstStyle/>
        <a:p>
          <a:r>
            <a:rPr lang="en-US" b="1"/>
            <a:t>Hotel, ADR, Lead Time, Country, Deposit Type, Customer Type, Is_Canceled</a:t>
          </a:r>
          <a:endParaRPr lang="en-US"/>
        </a:p>
      </dgm:t>
    </dgm:pt>
    <dgm:pt modelId="{63AC8D3C-3137-4AD6-B12A-4A5EE8269C4F}" type="parTrans" cxnId="{70FB297F-CA9F-4937-BC03-85BD57F8D9E1}">
      <dgm:prSet/>
      <dgm:spPr/>
      <dgm:t>
        <a:bodyPr/>
        <a:lstStyle/>
        <a:p>
          <a:endParaRPr lang="en-US"/>
        </a:p>
      </dgm:t>
    </dgm:pt>
    <dgm:pt modelId="{DBE6B12C-5357-47C9-95D7-52CCCD0F5D42}" type="sibTrans" cxnId="{70FB297F-CA9F-4937-BC03-85BD57F8D9E1}">
      <dgm:prSet/>
      <dgm:spPr/>
      <dgm:t>
        <a:bodyPr/>
        <a:lstStyle/>
        <a:p>
          <a:endParaRPr lang="en-US"/>
        </a:p>
      </dgm:t>
    </dgm:pt>
    <dgm:pt modelId="{FF713CA0-7FFC-4DDD-88BD-11F93C5B8B29}" type="pres">
      <dgm:prSet presAssocID="{787723F9-C3B1-4A02-8533-330CA28E0769}" presName="root" presStyleCnt="0">
        <dgm:presLayoutVars>
          <dgm:dir/>
          <dgm:resizeHandles val="exact"/>
        </dgm:presLayoutVars>
      </dgm:prSet>
      <dgm:spPr/>
    </dgm:pt>
    <dgm:pt modelId="{59BF7A08-43A3-4D3B-B933-11A4342F6B58}" type="pres">
      <dgm:prSet presAssocID="{3FDC36AF-109D-44B9-BE21-28A1602EE16F}" presName="compNode" presStyleCnt="0"/>
      <dgm:spPr/>
    </dgm:pt>
    <dgm:pt modelId="{0185D2D2-6600-4474-800C-2807AC6A8566}" type="pres">
      <dgm:prSet presAssocID="{3FDC36AF-109D-44B9-BE21-28A1602EE16F}" presName="bgRect" presStyleLbl="bgShp" presStyleIdx="0" presStyleCnt="2"/>
      <dgm:spPr/>
    </dgm:pt>
    <dgm:pt modelId="{78D3F248-BEC0-44A0-862A-E9D9EFAA05DE}" type="pres">
      <dgm:prSet presAssocID="{3FDC36AF-109D-44B9-BE21-28A1602EE16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7A7CC77-AF9E-45BF-B6DC-B62FCA3D1380}" type="pres">
      <dgm:prSet presAssocID="{3FDC36AF-109D-44B9-BE21-28A1602EE16F}" presName="spaceRect" presStyleCnt="0"/>
      <dgm:spPr/>
    </dgm:pt>
    <dgm:pt modelId="{670448D1-6CBA-47D3-ACC5-D063DF333768}" type="pres">
      <dgm:prSet presAssocID="{3FDC36AF-109D-44B9-BE21-28A1602EE16F}" presName="parTx" presStyleLbl="revTx" presStyleIdx="0" presStyleCnt="2">
        <dgm:presLayoutVars>
          <dgm:chMax val="0"/>
          <dgm:chPref val="0"/>
        </dgm:presLayoutVars>
      </dgm:prSet>
      <dgm:spPr/>
    </dgm:pt>
    <dgm:pt modelId="{BBFAA1A0-7B12-446E-B205-265FAA80DFBE}" type="pres">
      <dgm:prSet presAssocID="{302AECFC-AB4E-4454-97C2-A0B00F67EF97}" presName="sibTrans" presStyleCnt="0"/>
      <dgm:spPr/>
    </dgm:pt>
    <dgm:pt modelId="{80BF5D0D-A2C7-4B6E-A164-DF4A0048A58C}" type="pres">
      <dgm:prSet presAssocID="{6B612BA8-584C-47D0-9998-EF991DD03CAF}" presName="compNode" presStyleCnt="0"/>
      <dgm:spPr/>
    </dgm:pt>
    <dgm:pt modelId="{995B0F30-2AE7-4928-BD68-72EBF21B41C1}" type="pres">
      <dgm:prSet presAssocID="{6B612BA8-584C-47D0-9998-EF991DD03CAF}" presName="bgRect" presStyleLbl="bgShp" presStyleIdx="1" presStyleCnt="2"/>
      <dgm:spPr/>
    </dgm:pt>
    <dgm:pt modelId="{F7554C76-CA41-41D0-865D-3AF56046E17B}" type="pres">
      <dgm:prSet presAssocID="{6B612BA8-584C-47D0-9998-EF991DD03CA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60B27B6C-2CDF-4ACB-83AE-7CC62AB3DFE8}" type="pres">
      <dgm:prSet presAssocID="{6B612BA8-584C-47D0-9998-EF991DD03CAF}" presName="spaceRect" presStyleCnt="0"/>
      <dgm:spPr/>
    </dgm:pt>
    <dgm:pt modelId="{C23DF270-1771-4462-9CA6-3BA3E108665C}" type="pres">
      <dgm:prSet presAssocID="{6B612BA8-584C-47D0-9998-EF991DD03CA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0D6B074-7588-48DD-9BBF-B31DE3A689F6}" srcId="{787723F9-C3B1-4A02-8533-330CA28E0769}" destId="{3FDC36AF-109D-44B9-BE21-28A1602EE16F}" srcOrd="0" destOrd="0" parTransId="{A0DA97B1-98D6-4BF3-86C7-4F9DDF4C1A03}" sibTransId="{302AECFC-AB4E-4454-97C2-A0B00F67EF97}"/>
    <dgm:cxn modelId="{7714A455-E769-4076-8DB2-E77C9D3B4440}" type="presOf" srcId="{6B612BA8-584C-47D0-9998-EF991DD03CAF}" destId="{C23DF270-1771-4462-9CA6-3BA3E108665C}" srcOrd="0" destOrd="0" presId="urn:microsoft.com/office/officeart/2018/2/layout/IconVerticalSolidList"/>
    <dgm:cxn modelId="{70FB297F-CA9F-4937-BC03-85BD57F8D9E1}" srcId="{787723F9-C3B1-4A02-8533-330CA28E0769}" destId="{6B612BA8-584C-47D0-9998-EF991DD03CAF}" srcOrd="1" destOrd="0" parTransId="{63AC8D3C-3137-4AD6-B12A-4A5EE8269C4F}" sibTransId="{DBE6B12C-5357-47C9-95D7-52CCCD0F5D42}"/>
    <dgm:cxn modelId="{C45AA9D7-9B9B-4E4E-AABC-4A260FE4DB5C}" type="presOf" srcId="{787723F9-C3B1-4A02-8533-330CA28E0769}" destId="{FF713CA0-7FFC-4DDD-88BD-11F93C5B8B29}" srcOrd="0" destOrd="0" presId="urn:microsoft.com/office/officeart/2018/2/layout/IconVerticalSolidList"/>
    <dgm:cxn modelId="{51D45AE0-05F7-4A6C-9BC4-5853E36D42E5}" type="presOf" srcId="{3FDC36AF-109D-44B9-BE21-28A1602EE16F}" destId="{670448D1-6CBA-47D3-ACC5-D063DF333768}" srcOrd="0" destOrd="0" presId="urn:microsoft.com/office/officeart/2018/2/layout/IconVerticalSolidList"/>
    <dgm:cxn modelId="{43879CB3-44E2-4596-9630-B272DDA6B600}" type="presParOf" srcId="{FF713CA0-7FFC-4DDD-88BD-11F93C5B8B29}" destId="{59BF7A08-43A3-4D3B-B933-11A4342F6B58}" srcOrd="0" destOrd="0" presId="urn:microsoft.com/office/officeart/2018/2/layout/IconVerticalSolidList"/>
    <dgm:cxn modelId="{4F13815D-5390-4E86-A9EE-F5A63C758FD8}" type="presParOf" srcId="{59BF7A08-43A3-4D3B-B933-11A4342F6B58}" destId="{0185D2D2-6600-4474-800C-2807AC6A8566}" srcOrd="0" destOrd="0" presId="urn:microsoft.com/office/officeart/2018/2/layout/IconVerticalSolidList"/>
    <dgm:cxn modelId="{7BCDEF1C-5737-4A98-9CB2-90514F7E3263}" type="presParOf" srcId="{59BF7A08-43A3-4D3B-B933-11A4342F6B58}" destId="{78D3F248-BEC0-44A0-862A-E9D9EFAA05DE}" srcOrd="1" destOrd="0" presId="urn:microsoft.com/office/officeart/2018/2/layout/IconVerticalSolidList"/>
    <dgm:cxn modelId="{82D5E687-08C1-493B-8E11-CB4C3414CAA7}" type="presParOf" srcId="{59BF7A08-43A3-4D3B-B933-11A4342F6B58}" destId="{77A7CC77-AF9E-45BF-B6DC-B62FCA3D1380}" srcOrd="2" destOrd="0" presId="urn:microsoft.com/office/officeart/2018/2/layout/IconVerticalSolidList"/>
    <dgm:cxn modelId="{422FF86E-396D-4474-A4CD-A9CE969AD710}" type="presParOf" srcId="{59BF7A08-43A3-4D3B-B933-11A4342F6B58}" destId="{670448D1-6CBA-47D3-ACC5-D063DF333768}" srcOrd="3" destOrd="0" presId="urn:microsoft.com/office/officeart/2018/2/layout/IconVerticalSolidList"/>
    <dgm:cxn modelId="{9BBF49B9-48F9-4306-9E43-11421EA7E9CE}" type="presParOf" srcId="{FF713CA0-7FFC-4DDD-88BD-11F93C5B8B29}" destId="{BBFAA1A0-7B12-446E-B205-265FAA80DFBE}" srcOrd="1" destOrd="0" presId="urn:microsoft.com/office/officeart/2018/2/layout/IconVerticalSolidList"/>
    <dgm:cxn modelId="{355AA9B1-AC6D-4B65-95C2-4F3DEEDBA4FB}" type="presParOf" srcId="{FF713CA0-7FFC-4DDD-88BD-11F93C5B8B29}" destId="{80BF5D0D-A2C7-4B6E-A164-DF4A0048A58C}" srcOrd="2" destOrd="0" presId="urn:microsoft.com/office/officeart/2018/2/layout/IconVerticalSolidList"/>
    <dgm:cxn modelId="{FB3CE2DF-1950-4DB7-B7DB-EC6F861ADF54}" type="presParOf" srcId="{80BF5D0D-A2C7-4B6E-A164-DF4A0048A58C}" destId="{995B0F30-2AE7-4928-BD68-72EBF21B41C1}" srcOrd="0" destOrd="0" presId="urn:microsoft.com/office/officeart/2018/2/layout/IconVerticalSolidList"/>
    <dgm:cxn modelId="{45881F58-44D7-4767-AC14-C3C401C04E82}" type="presParOf" srcId="{80BF5D0D-A2C7-4B6E-A164-DF4A0048A58C}" destId="{F7554C76-CA41-41D0-865D-3AF56046E17B}" srcOrd="1" destOrd="0" presId="urn:microsoft.com/office/officeart/2018/2/layout/IconVerticalSolidList"/>
    <dgm:cxn modelId="{F808150B-8FD1-4986-9C86-CA4AB8AD1A74}" type="presParOf" srcId="{80BF5D0D-A2C7-4B6E-A164-DF4A0048A58C}" destId="{60B27B6C-2CDF-4ACB-83AE-7CC62AB3DFE8}" srcOrd="2" destOrd="0" presId="urn:microsoft.com/office/officeart/2018/2/layout/IconVerticalSolidList"/>
    <dgm:cxn modelId="{E58CF4DE-A8CC-46AF-95FF-81C43B03B141}" type="presParOf" srcId="{80BF5D0D-A2C7-4B6E-A164-DF4A0048A58C}" destId="{C23DF270-1771-4462-9CA6-3BA3E10866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F94679-4ADB-41A9-85A8-CC761A83F1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D487A7-D368-4276-9FC6-D97B2F9A7755}">
      <dgm:prSet/>
      <dgm:spPr/>
      <dgm:t>
        <a:bodyPr/>
        <a:lstStyle/>
        <a:p>
          <a:r>
            <a:rPr lang="en-US" b="1"/>
            <a:t>Created new features:</a:t>
          </a:r>
          <a:endParaRPr lang="en-US"/>
        </a:p>
      </dgm:t>
    </dgm:pt>
    <dgm:pt modelId="{4423A918-6890-4725-98CF-2F5C53B609B2}" type="parTrans" cxnId="{29FA0746-239F-4199-AB95-5BB8F35599E3}">
      <dgm:prSet/>
      <dgm:spPr/>
      <dgm:t>
        <a:bodyPr/>
        <a:lstStyle/>
        <a:p>
          <a:endParaRPr lang="en-US"/>
        </a:p>
      </dgm:t>
    </dgm:pt>
    <dgm:pt modelId="{D044F434-BC39-4CCA-9F6D-6F70A3368A42}" type="sibTrans" cxnId="{29FA0746-239F-4199-AB95-5BB8F35599E3}">
      <dgm:prSet/>
      <dgm:spPr/>
      <dgm:t>
        <a:bodyPr/>
        <a:lstStyle/>
        <a:p>
          <a:endParaRPr lang="en-US"/>
        </a:p>
      </dgm:t>
    </dgm:pt>
    <dgm:pt modelId="{F6EFDDE1-E7F7-4150-9050-CD7577EF37FD}">
      <dgm:prSet/>
      <dgm:spPr/>
      <dgm:t>
        <a:bodyPr/>
        <a:lstStyle/>
        <a:p>
          <a:r>
            <a:rPr lang="en-US" b="1"/>
            <a:t>Total Stay Duration</a:t>
          </a:r>
          <a:endParaRPr lang="en-US"/>
        </a:p>
      </dgm:t>
    </dgm:pt>
    <dgm:pt modelId="{1D28BA2D-8CD5-4F39-B1B8-A26EE86FFAD8}" type="parTrans" cxnId="{7498B5F7-824C-4DFC-A5AC-9A32BA406D0A}">
      <dgm:prSet/>
      <dgm:spPr/>
      <dgm:t>
        <a:bodyPr/>
        <a:lstStyle/>
        <a:p>
          <a:endParaRPr lang="en-US"/>
        </a:p>
      </dgm:t>
    </dgm:pt>
    <dgm:pt modelId="{A85D1682-03F8-4099-80C0-1EB1C4BF9B71}" type="sibTrans" cxnId="{7498B5F7-824C-4DFC-A5AC-9A32BA406D0A}">
      <dgm:prSet/>
      <dgm:spPr/>
      <dgm:t>
        <a:bodyPr/>
        <a:lstStyle/>
        <a:p>
          <a:endParaRPr lang="en-US"/>
        </a:p>
      </dgm:t>
    </dgm:pt>
    <dgm:pt modelId="{29D89538-0CCD-4358-847E-C99D4F1155E8}">
      <dgm:prSet/>
      <dgm:spPr/>
      <dgm:t>
        <a:bodyPr/>
        <a:lstStyle/>
        <a:p>
          <a:r>
            <a:rPr lang="en-US" b="1"/>
            <a:t>Total Guests</a:t>
          </a:r>
          <a:endParaRPr lang="en-US"/>
        </a:p>
      </dgm:t>
    </dgm:pt>
    <dgm:pt modelId="{33AF46A0-4038-48D4-B1A8-0F706520EE29}" type="parTrans" cxnId="{0EE3FD39-CE17-4B62-805C-B526C94808E4}">
      <dgm:prSet/>
      <dgm:spPr/>
      <dgm:t>
        <a:bodyPr/>
        <a:lstStyle/>
        <a:p>
          <a:endParaRPr lang="en-US"/>
        </a:p>
      </dgm:t>
    </dgm:pt>
    <dgm:pt modelId="{987574CB-A64E-4D24-95D1-5A32E5E891C1}" type="sibTrans" cxnId="{0EE3FD39-CE17-4B62-805C-B526C94808E4}">
      <dgm:prSet/>
      <dgm:spPr/>
      <dgm:t>
        <a:bodyPr/>
        <a:lstStyle/>
        <a:p>
          <a:endParaRPr lang="en-US"/>
        </a:p>
      </dgm:t>
    </dgm:pt>
    <dgm:pt modelId="{1DF7E9AA-6C61-4F2D-83B3-A818DB468665}">
      <dgm:prSet/>
      <dgm:spPr/>
      <dgm:t>
        <a:bodyPr/>
        <a:lstStyle/>
        <a:p>
          <a:r>
            <a:rPr lang="en-US" b="1"/>
            <a:t>Booking Lead Time Categories</a:t>
          </a:r>
          <a:endParaRPr lang="en-US"/>
        </a:p>
      </dgm:t>
    </dgm:pt>
    <dgm:pt modelId="{3D6DAED8-557E-483E-9F29-259BBE8AE6A1}" type="parTrans" cxnId="{C1592805-5DAC-44F9-8866-605CA7C07BAF}">
      <dgm:prSet/>
      <dgm:spPr/>
      <dgm:t>
        <a:bodyPr/>
        <a:lstStyle/>
        <a:p>
          <a:endParaRPr lang="en-US"/>
        </a:p>
      </dgm:t>
    </dgm:pt>
    <dgm:pt modelId="{93C741A9-B596-4673-86DE-2ABB9E4E5941}" type="sibTrans" cxnId="{C1592805-5DAC-44F9-8866-605CA7C07BAF}">
      <dgm:prSet/>
      <dgm:spPr/>
      <dgm:t>
        <a:bodyPr/>
        <a:lstStyle/>
        <a:p>
          <a:endParaRPr lang="en-US"/>
        </a:p>
      </dgm:t>
    </dgm:pt>
    <dgm:pt modelId="{5AB6395B-BD0A-45A8-8CA7-4A000F0415B1}">
      <dgm:prSet/>
      <dgm:spPr/>
      <dgm:t>
        <a:bodyPr/>
        <a:lstStyle/>
        <a:p>
          <a:r>
            <a:rPr lang="en-US" b="1"/>
            <a:t>Seasonal Labels</a:t>
          </a:r>
          <a:endParaRPr lang="en-US"/>
        </a:p>
      </dgm:t>
    </dgm:pt>
    <dgm:pt modelId="{7BB849E1-356C-4FE1-8333-6C4C2288F892}" type="parTrans" cxnId="{7DF408D5-1CC6-4270-8C47-D036655C76E7}">
      <dgm:prSet/>
      <dgm:spPr/>
      <dgm:t>
        <a:bodyPr/>
        <a:lstStyle/>
        <a:p>
          <a:endParaRPr lang="en-US"/>
        </a:p>
      </dgm:t>
    </dgm:pt>
    <dgm:pt modelId="{8AB954C5-7C64-40FC-9D64-42E492480192}" type="sibTrans" cxnId="{7DF408D5-1CC6-4270-8C47-D036655C76E7}">
      <dgm:prSet/>
      <dgm:spPr/>
      <dgm:t>
        <a:bodyPr/>
        <a:lstStyle/>
        <a:p>
          <a:endParaRPr lang="en-US"/>
        </a:p>
      </dgm:t>
    </dgm:pt>
    <dgm:pt modelId="{3B57FD3F-FEF5-4FC0-841A-52D5526705C5}" type="pres">
      <dgm:prSet presAssocID="{91F94679-4ADB-41A9-85A8-CC761A83F15F}" presName="root" presStyleCnt="0">
        <dgm:presLayoutVars>
          <dgm:dir/>
          <dgm:resizeHandles val="exact"/>
        </dgm:presLayoutVars>
      </dgm:prSet>
      <dgm:spPr/>
    </dgm:pt>
    <dgm:pt modelId="{3C89714E-EA7B-4AEC-9627-FDB8FBA98F83}" type="pres">
      <dgm:prSet presAssocID="{24D487A7-D368-4276-9FC6-D97B2F9A7755}" presName="compNode" presStyleCnt="0"/>
      <dgm:spPr/>
    </dgm:pt>
    <dgm:pt modelId="{2A5776CF-9612-4EE9-9AA5-BC7DE9072791}" type="pres">
      <dgm:prSet presAssocID="{24D487A7-D368-4276-9FC6-D97B2F9A7755}" presName="bgRect" presStyleLbl="bgShp" presStyleIdx="0" presStyleCnt="5"/>
      <dgm:spPr/>
    </dgm:pt>
    <dgm:pt modelId="{743AC3D4-AAA2-453E-83B0-8AFF37AC523F}" type="pres">
      <dgm:prSet presAssocID="{24D487A7-D368-4276-9FC6-D97B2F9A775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E38AF11-7E4B-47ED-AA9A-1F0A17C7E2CF}" type="pres">
      <dgm:prSet presAssocID="{24D487A7-D368-4276-9FC6-D97B2F9A7755}" presName="spaceRect" presStyleCnt="0"/>
      <dgm:spPr/>
    </dgm:pt>
    <dgm:pt modelId="{C1187A5F-4B41-405A-987C-02BF432E38B0}" type="pres">
      <dgm:prSet presAssocID="{24D487A7-D368-4276-9FC6-D97B2F9A7755}" presName="parTx" presStyleLbl="revTx" presStyleIdx="0" presStyleCnt="5">
        <dgm:presLayoutVars>
          <dgm:chMax val="0"/>
          <dgm:chPref val="0"/>
        </dgm:presLayoutVars>
      </dgm:prSet>
      <dgm:spPr/>
    </dgm:pt>
    <dgm:pt modelId="{34AEF3EC-7ABB-4316-9B7C-B2F190D8D051}" type="pres">
      <dgm:prSet presAssocID="{D044F434-BC39-4CCA-9F6D-6F70A3368A42}" presName="sibTrans" presStyleCnt="0"/>
      <dgm:spPr/>
    </dgm:pt>
    <dgm:pt modelId="{CF87A4A8-EF54-4BCB-BC74-D9BB6A026444}" type="pres">
      <dgm:prSet presAssocID="{F6EFDDE1-E7F7-4150-9050-CD7577EF37FD}" presName="compNode" presStyleCnt="0"/>
      <dgm:spPr/>
    </dgm:pt>
    <dgm:pt modelId="{93555CB6-9060-45AD-A47B-117FEF5C9D1E}" type="pres">
      <dgm:prSet presAssocID="{F6EFDDE1-E7F7-4150-9050-CD7577EF37FD}" presName="bgRect" presStyleLbl="bgShp" presStyleIdx="1" presStyleCnt="5"/>
      <dgm:spPr/>
    </dgm:pt>
    <dgm:pt modelId="{17CBCC8D-D5EB-4ACB-B424-926EAB3FDB7D}" type="pres">
      <dgm:prSet presAssocID="{F6EFDDE1-E7F7-4150-9050-CD7577EF37F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A9250D2-6B44-4361-8333-9E76B2425B0E}" type="pres">
      <dgm:prSet presAssocID="{F6EFDDE1-E7F7-4150-9050-CD7577EF37FD}" presName="spaceRect" presStyleCnt="0"/>
      <dgm:spPr/>
    </dgm:pt>
    <dgm:pt modelId="{88A2FC73-B7C8-4DC9-837B-9D4D704EC8A2}" type="pres">
      <dgm:prSet presAssocID="{F6EFDDE1-E7F7-4150-9050-CD7577EF37FD}" presName="parTx" presStyleLbl="revTx" presStyleIdx="1" presStyleCnt="5">
        <dgm:presLayoutVars>
          <dgm:chMax val="0"/>
          <dgm:chPref val="0"/>
        </dgm:presLayoutVars>
      </dgm:prSet>
      <dgm:spPr/>
    </dgm:pt>
    <dgm:pt modelId="{8484E507-EB25-4639-965F-FFD27B6C1732}" type="pres">
      <dgm:prSet presAssocID="{A85D1682-03F8-4099-80C0-1EB1C4BF9B71}" presName="sibTrans" presStyleCnt="0"/>
      <dgm:spPr/>
    </dgm:pt>
    <dgm:pt modelId="{8C2AF95E-C36A-44E0-A19B-AC118794F67F}" type="pres">
      <dgm:prSet presAssocID="{29D89538-0CCD-4358-847E-C99D4F1155E8}" presName="compNode" presStyleCnt="0"/>
      <dgm:spPr/>
    </dgm:pt>
    <dgm:pt modelId="{2B67C90D-C39B-4599-8733-16D04278E5D4}" type="pres">
      <dgm:prSet presAssocID="{29D89538-0CCD-4358-847E-C99D4F1155E8}" presName="bgRect" presStyleLbl="bgShp" presStyleIdx="2" presStyleCnt="5"/>
      <dgm:spPr/>
    </dgm:pt>
    <dgm:pt modelId="{25E69323-1D55-4D90-AA7B-9E28A99A564A}" type="pres">
      <dgm:prSet presAssocID="{29D89538-0CCD-4358-847E-C99D4F1155E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6BAEB18C-C852-46B6-A7A7-20C17F700DBE}" type="pres">
      <dgm:prSet presAssocID="{29D89538-0CCD-4358-847E-C99D4F1155E8}" presName="spaceRect" presStyleCnt="0"/>
      <dgm:spPr/>
    </dgm:pt>
    <dgm:pt modelId="{AD545B39-E75D-4191-801D-13DEE0D6111D}" type="pres">
      <dgm:prSet presAssocID="{29D89538-0CCD-4358-847E-C99D4F1155E8}" presName="parTx" presStyleLbl="revTx" presStyleIdx="2" presStyleCnt="5">
        <dgm:presLayoutVars>
          <dgm:chMax val="0"/>
          <dgm:chPref val="0"/>
        </dgm:presLayoutVars>
      </dgm:prSet>
      <dgm:spPr/>
    </dgm:pt>
    <dgm:pt modelId="{C6912AF7-AF0D-4E1A-99AB-1557E7C49EC9}" type="pres">
      <dgm:prSet presAssocID="{987574CB-A64E-4D24-95D1-5A32E5E891C1}" presName="sibTrans" presStyleCnt="0"/>
      <dgm:spPr/>
    </dgm:pt>
    <dgm:pt modelId="{6FA03AC2-277D-491E-B545-0709E7F3167E}" type="pres">
      <dgm:prSet presAssocID="{1DF7E9AA-6C61-4F2D-83B3-A818DB468665}" presName="compNode" presStyleCnt="0"/>
      <dgm:spPr/>
    </dgm:pt>
    <dgm:pt modelId="{708B3CEE-A698-4EC8-B071-2900B45DC959}" type="pres">
      <dgm:prSet presAssocID="{1DF7E9AA-6C61-4F2D-83B3-A818DB468665}" presName="bgRect" presStyleLbl="bgShp" presStyleIdx="3" presStyleCnt="5"/>
      <dgm:spPr/>
    </dgm:pt>
    <dgm:pt modelId="{70D97932-6114-49FE-976B-1B2383DD71DE}" type="pres">
      <dgm:prSet presAssocID="{1DF7E9AA-6C61-4F2D-83B3-A818DB46866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C483E9DE-D220-4EC8-965A-E276B7B11169}" type="pres">
      <dgm:prSet presAssocID="{1DF7E9AA-6C61-4F2D-83B3-A818DB468665}" presName="spaceRect" presStyleCnt="0"/>
      <dgm:spPr/>
    </dgm:pt>
    <dgm:pt modelId="{B01D0183-1E9E-4B65-90EA-A4BCA9AA6A26}" type="pres">
      <dgm:prSet presAssocID="{1DF7E9AA-6C61-4F2D-83B3-A818DB468665}" presName="parTx" presStyleLbl="revTx" presStyleIdx="3" presStyleCnt="5">
        <dgm:presLayoutVars>
          <dgm:chMax val="0"/>
          <dgm:chPref val="0"/>
        </dgm:presLayoutVars>
      </dgm:prSet>
      <dgm:spPr/>
    </dgm:pt>
    <dgm:pt modelId="{D80C9FFC-5468-4D55-9DDD-B65DC43B1FD2}" type="pres">
      <dgm:prSet presAssocID="{93C741A9-B596-4673-86DE-2ABB9E4E5941}" presName="sibTrans" presStyleCnt="0"/>
      <dgm:spPr/>
    </dgm:pt>
    <dgm:pt modelId="{B18E576B-156D-40DA-AE68-D3FA99748CD7}" type="pres">
      <dgm:prSet presAssocID="{5AB6395B-BD0A-45A8-8CA7-4A000F0415B1}" presName="compNode" presStyleCnt="0"/>
      <dgm:spPr/>
    </dgm:pt>
    <dgm:pt modelId="{B71DB21A-5131-49EB-A41F-580AC604E5DD}" type="pres">
      <dgm:prSet presAssocID="{5AB6395B-BD0A-45A8-8CA7-4A000F0415B1}" presName="bgRect" presStyleLbl="bgShp" presStyleIdx="4" presStyleCnt="5"/>
      <dgm:spPr/>
    </dgm:pt>
    <dgm:pt modelId="{C464EB74-D1B8-4BB2-BE3A-2EA528441C7B}" type="pres">
      <dgm:prSet presAssocID="{5AB6395B-BD0A-45A8-8CA7-4A000F0415B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af"/>
        </a:ext>
      </dgm:extLst>
    </dgm:pt>
    <dgm:pt modelId="{D305EB44-6E06-435B-89EF-6C6BBE36E20A}" type="pres">
      <dgm:prSet presAssocID="{5AB6395B-BD0A-45A8-8CA7-4A000F0415B1}" presName="spaceRect" presStyleCnt="0"/>
      <dgm:spPr/>
    </dgm:pt>
    <dgm:pt modelId="{B89BB482-6375-4E53-9745-9A259CA5ED5A}" type="pres">
      <dgm:prSet presAssocID="{5AB6395B-BD0A-45A8-8CA7-4A000F0415B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1592805-5DAC-44F9-8866-605CA7C07BAF}" srcId="{91F94679-4ADB-41A9-85A8-CC761A83F15F}" destId="{1DF7E9AA-6C61-4F2D-83B3-A818DB468665}" srcOrd="3" destOrd="0" parTransId="{3D6DAED8-557E-483E-9F29-259BBE8AE6A1}" sibTransId="{93C741A9-B596-4673-86DE-2ABB9E4E5941}"/>
    <dgm:cxn modelId="{0EE3FD39-CE17-4B62-805C-B526C94808E4}" srcId="{91F94679-4ADB-41A9-85A8-CC761A83F15F}" destId="{29D89538-0CCD-4358-847E-C99D4F1155E8}" srcOrd="2" destOrd="0" parTransId="{33AF46A0-4038-48D4-B1A8-0F706520EE29}" sibTransId="{987574CB-A64E-4D24-95D1-5A32E5E891C1}"/>
    <dgm:cxn modelId="{29FA0746-239F-4199-AB95-5BB8F35599E3}" srcId="{91F94679-4ADB-41A9-85A8-CC761A83F15F}" destId="{24D487A7-D368-4276-9FC6-D97B2F9A7755}" srcOrd="0" destOrd="0" parTransId="{4423A918-6890-4725-98CF-2F5C53B609B2}" sibTransId="{D044F434-BC39-4CCA-9F6D-6F70A3368A42}"/>
    <dgm:cxn modelId="{DD3AB366-93D1-4E01-8D1E-B056CACB9AC7}" type="presOf" srcId="{5AB6395B-BD0A-45A8-8CA7-4A000F0415B1}" destId="{B89BB482-6375-4E53-9745-9A259CA5ED5A}" srcOrd="0" destOrd="0" presId="urn:microsoft.com/office/officeart/2018/2/layout/IconVerticalSolidList"/>
    <dgm:cxn modelId="{D81EE46B-B0E0-4625-8782-3FFCB6EC1997}" type="presOf" srcId="{91F94679-4ADB-41A9-85A8-CC761A83F15F}" destId="{3B57FD3F-FEF5-4FC0-841A-52D5526705C5}" srcOrd="0" destOrd="0" presId="urn:microsoft.com/office/officeart/2018/2/layout/IconVerticalSolidList"/>
    <dgm:cxn modelId="{2C5818AD-00F2-4A9B-BF83-D75A6D16946F}" type="presOf" srcId="{F6EFDDE1-E7F7-4150-9050-CD7577EF37FD}" destId="{88A2FC73-B7C8-4DC9-837B-9D4D704EC8A2}" srcOrd="0" destOrd="0" presId="urn:microsoft.com/office/officeart/2018/2/layout/IconVerticalSolidList"/>
    <dgm:cxn modelId="{8C0793C5-95AB-4CF9-9589-A73460427D78}" type="presOf" srcId="{1DF7E9AA-6C61-4F2D-83B3-A818DB468665}" destId="{B01D0183-1E9E-4B65-90EA-A4BCA9AA6A26}" srcOrd="0" destOrd="0" presId="urn:microsoft.com/office/officeart/2018/2/layout/IconVerticalSolidList"/>
    <dgm:cxn modelId="{F8221EC6-B824-4D69-A9A9-7C73080D1415}" type="presOf" srcId="{24D487A7-D368-4276-9FC6-D97B2F9A7755}" destId="{C1187A5F-4B41-405A-987C-02BF432E38B0}" srcOrd="0" destOrd="0" presId="urn:microsoft.com/office/officeart/2018/2/layout/IconVerticalSolidList"/>
    <dgm:cxn modelId="{7DF408D5-1CC6-4270-8C47-D036655C76E7}" srcId="{91F94679-4ADB-41A9-85A8-CC761A83F15F}" destId="{5AB6395B-BD0A-45A8-8CA7-4A000F0415B1}" srcOrd="4" destOrd="0" parTransId="{7BB849E1-356C-4FE1-8333-6C4C2288F892}" sibTransId="{8AB954C5-7C64-40FC-9D64-42E492480192}"/>
    <dgm:cxn modelId="{12B77DE0-DD8A-476B-8AC2-202A3E96A428}" type="presOf" srcId="{29D89538-0CCD-4358-847E-C99D4F1155E8}" destId="{AD545B39-E75D-4191-801D-13DEE0D6111D}" srcOrd="0" destOrd="0" presId="urn:microsoft.com/office/officeart/2018/2/layout/IconVerticalSolidList"/>
    <dgm:cxn modelId="{7498B5F7-824C-4DFC-A5AC-9A32BA406D0A}" srcId="{91F94679-4ADB-41A9-85A8-CC761A83F15F}" destId="{F6EFDDE1-E7F7-4150-9050-CD7577EF37FD}" srcOrd="1" destOrd="0" parTransId="{1D28BA2D-8CD5-4F39-B1B8-A26EE86FFAD8}" sibTransId="{A85D1682-03F8-4099-80C0-1EB1C4BF9B71}"/>
    <dgm:cxn modelId="{BEFB5D99-60BA-4439-BA05-9C08FED1870C}" type="presParOf" srcId="{3B57FD3F-FEF5-4FC0-841A-52D5526705C5}" destId="{3C89714E-EA7B-4AEC-9627-FDB8FBA98F83}" srcOrd="0" destOrd="0" presId="urn:microsoft.com/office/officeart/2018/2/layout/IconVerticalSolidList"/>
    <dgm:cxn modelId="{DEDEA794-07AD-4612-94AA-4DDFFD1653DB}" type="presParOf" srcId="{3C89714E-EA7B-4AEC-9627-FDB8FBA98F83}" destId="{2A5776CF-9612-4EE9-9AA5-BC7DE9072791}" srcOrd="0" destOrd="0" presId="urn:microsoft.com/office/officeart/2018/2/layout/IconVerticalSolidList"/>
    <dgm:cxn modelId="{0639FE5D-5590-485B-BE75-4F73C81AE801}" type="presParOf" srcId="{3C89714E-EA7B-4AEC-9627-FDB8FBA98F83}" destId="{743AC3D4-AAA2-453E-83B0-8AFF37AC523F}" srcOrd="1" destOrd="0" presId="urn:microsoft.com/office/officeart/2018/2/layout/IconVerticalSolidList"/>
    <dgm:cxn modelId="{7DB7CBFC-4AEA-4733-9A05-C1B7CA4909FA}" type="presParOf" srcId="{3C89714E-EA7B-4AEC-9627-FDB8FBA98F83}" destId="{9E38AF11-7E4B-47ED-AA9A-1F0A17C7E2CF}" srcOrd="2" destOrd="0" presId="urn:microsoft.com/office/officeart/2018/2/layout/IconVerticalSolidList"/>
    <dgm:cxn modelId="{ECDF5699-4123-4AE8-876C-4AE1A24DC859}" type="presParOf" srcId="{3C89714E-EA7B-4AEC-9627-FDB8FBA98F83}" destId="{C1187A5F-4B41-405A-987C-02BF432E38B0}" srcOrd="3" destOrd="0" presId="urn:microsoft.com/office/officeart/2018/2/layout/IconVerticalSolidList"/>
    <dgm:cxn modelId="{6A1E42B1-71A5-48EB-86F8-8FB03D38837F}" type="presParOf" srcId="{3B57FD3F-FEF5-4FC0-841A-52D5526705C5}" destId="{34AEF3EC-7ABB-4316-9B7C-B2F190D8D051}" srcOrd="1" destOrd="0" presId="urn:microsoft.com/office/officeart/2018/2/layout/IconVerticalSolidList"/>
    <dgm:cxn modelId="{C46CB929-6502-4D20-9D46-046D83216740}" type="presParOf" srcId="{3B57FD3F-FEF5-4FC0-841A-52D5526705C5}" destId="{CF87A4A8-EF54-4BCB-BC74-D9BB6A026444}" srcOrd="2" destOrd="0" presId="urn:microsoft.com/office/officeart/2018/2/layout/IconVerticalSolidList"/>
    <dgm:cxn modelId="{36961B4B-74D8-4457-A6E3-677E496E7B08}" type="presParOf" srcId="{CF87A4A8-EF54-4BCB-BC74-D9BB6A026444}" destId="{93555CB6-9060-45AD-A47B-117FEF5C9D1E}" srcOrd="0" destOrd="0" presId="urn:microsoft.com/office/officeart/2018/2/layout/IconVerticalSolidList"/>
    <dgm:cxn modelId="{1D3BFEF8-1CE4-4DF8-BA35-B0A11EB436F6}" type="presParOf" srcId="{CF87A4A8-EF54-4BCB-BC74-D9BB6A026444}" destId="{17CBCC8D-D5EB-4ACB-B424-926EAB3FDB7D}" srcOrd="1" destOrd="0" presId="urn:microsoft.com/office/officeart/2018/2/layout/IconVerticalSolidList"/>
    <dgm:cxn modelId="{03D00AF8-29C5-4174-9074-1F58F1F8BF5F}" type="presParOf" srcId="{CF87A4A8-EF54-4BCB-BC74-D9BB6A026444}" destId="{EA9250D2-6B44-4361-8333-9E76B2425B0E}" srcOrd="2" destOrd="0" presId="urn:microsoft.com/office/officeart/2018/2/layout/IconVerticalSolidList"/>
    <dgm:cxn modelId="{4482DE56-5639-40A5-9044-3EF4EC71DA9D}" type="presParOf" srcId="{CF87A4A8-EF54-4BCB-BC74-D9BB6A026444}" destId="{88A2FC73-B7C8-4DC9-837B-9D4D704EC8A2}" srcOrd="3" destOrd="0" presId="urn:microsoft.com/office/officeart/2018/2/layout/IconVerticalSolidList"/>
    <dgm:cxn modelId="{4EB31777-AAAC-4699-A27F-F9996CE9B7D6}" type="presParOf" srcId="{3B57FD3F-FEF5-4FC0-841A-52D5526705C5}" destId="{8484E507-EB25-4639-965F-FFD27B6C1732}" srcOrd="3" destOrd="0" presId="urn:microsoft.com/office/officeart/2018/2/layout/IconVerticalSolidList"/>
    <dgm:cxn modelId="{96B905DA-1CAA-4C50-9CDF-2F015D4008BF}" type="presParOf" srcId="{3B57FD3F-FEF5-4FC0-841A-52D5526705C5}" destId="{8C2AF95E-C36A-44E0-A19B-AC118794F67F}" srcOrd="4" destOrd="0" presId="urn:microsoft.com/office/officeart/2018/2/layout/IconVerticalSolidList"/>
    <dgm:cxn modelId="{BFFCE920-15A9-43D1-BC93-CD2F5178D29A}" type="presParOf" srcId="{8C2AF95E-C36A-44E0-A19B-AC118794F67F}" destId="{2B67C90D-C39B-4599-8733-16D04278E5D4}" srcOrd="0" destOrd="0" presId="urn:microsoft.com/office/officeart/2018/2/layout/IconVerticalSolidList"/>
    <dgm:cxn modelId="{DFCE645A-FF6A-4084-8B88-318F2E3E107A}" type="presParOf" srcId="{8C2AF95E-C36A-44E0-A19B-AC118794F67F}" destId="{25E69323-1D55-4D90-AA7B-9E28A99A564A}" srcOrd="1" destOrd="0" presId="urn:microsoft.com/office/officeart/2018/2/layout/IconVerticalSolidList"/>
    <dgm:cxn modelId="{60110BD6-10CE-4A89-836C-94072FC2095B}" type="presParOf" srcId="{8C2AF95E-C36A-44E0-A19B-AC118794F67F}" destId="{6BAEB18C-C852-46B6-A7A7-20C17F700DBE}" srcOrd="2" destOrd="0" presId="urn:microsoft.com/office/officeart/2018/2/layout/IconVerticalSolidList"/>
    <dgm:cxn modelId="{6B64796E-46F5-4AFF-9FC0-30088F986D04}" type="presParOf" srcId="{8C2AF95E-C36A-44E0-A19B-AC118794F67F}" destId="{AD545B39-E75D-4191-801D-13DEE0D6111D}" srcOrd="3" destOrd="0" presId="urn:microsoft.com/office/officeart/2018/2/layout/IconVerticalSolidList"/>
    <dgm:cxn modelId="{C17F89A5-CA13-4026-A1E1-77F0B18BD4B3}" type="presParOf" srcId="{3B57FD3F-FEF5-4FC0-841A-52D5526705C5}" destId="{C6912AF7-AF0D-4E1A-99AB-1557E7C49EC9}" srcOrd="5" destOrd="0" presId="urn:microsoft.com/office/officeart/2018/2/layout/IconVerticalSolidList"/>
    <dgm:cxn modelId="{5FBBB8D0-A678-4F96-845A-D61E038F3846}" type="presParOf" srcId="{3B57FD3F-FEF5-4FC0-841A-52D5526705C5}" destId="{6FA03AC2-277D-491E-B545-0709E7F3167E}" srcOrd="6" destOrd="0" presId="urn:microsoft.com/office/officeart/2018/2/layout/IconVerticalSolidList"/>
    <dgm:cxn modelId="{C4252D62-3160-447B-89F1-48248299D6C5}" type="presParOf" srcId="{6FA03AC2-277D-491E-B545-0709E7F3167E}" destId="{708B3CEE-A698-4EC8-B071-2900B45DC959}" srcOrd="0" destOrd="0" presId="urn:microsoft.com/office/officeart/2018/2/layout/IconVerticalSolidList"/>
    <dgm:cxn modelId="{784ADC37-E3F8-42DF-A462-21E73C2BCFEE}" type="presParOf" srcId="{6FA03AC2-277D-491E-B545-0709E7F3167E}" destId="{70D97932-6114-49FE-976B-1B2383DD71DE}" srcOrd="1" destOrd="0" presId="urn:microsoft.com/office/officeart/2018/2/layout/IconVerticalSolidList"/>
    <dgm:cxn modelId="{7190889D-4BCF-4259-A420-E2CE7F7F7F44}" type="presParOf" srcId="{6FA03AC2-277D-491E-B545-0709E7F3167E}" destId="{C483E9DE-D220-4EC8-965A-E276B7B11169}" srcOrd="2" destOrd="0" presId="urn:microsoft.com/office/officeart/2018/2/layout/IconVerticalSolidList"/>
    <dgm:cxn modelId="{6043DC02-C06F-41E3-8765-19E78845795F}" type="presParOf" srcId="{6FA03AC2-277D-491E-B545-0709E7F3167E}" destId="{B01D0183-1E9E-4B65-90EA-A4BCA9AA6A26}" srcOrd="3" destOrd="0" presId="urn:microsoft.com/office/officeart/2018/2/layout/IconVerticalSolidList"/>
    <dgm:cxn modelId="{D361AF59-E250-4521-B2AA-DF68F178B641}" type="presParOf" srcId="{3B57FD3F-FEF5-4FC0-841A-52D5526705C5}" destId="{D80C9FFC-5468-4D55-9DDD-B65DC43B1FD2}" srcOrd="7" destOrd="0" presId="urn:microsoft.com/office/officeart/2018/2/layout/IconVerticalSolidList"/>
    <dgm:cxn modelId="{B62F0825-5975-4F00-AF4D-8E06B1D171A6}" type="presParOf" srcId="{3B57FD3F-FEF5-4FC0-841A-52D5526705C5}" destId="{B18E576B-156D-40DA-AE68-D3FA99748CD7}" srcOrd="8" destOrd="0" presId="urn:microsoft.com/office/officeart/2018/2/layout/IconVerticalSolidList"/>
    <dgm:cxn modelId="{A1BDED4D-9D13-4BEA-8F78-6C503B8CCA91}" type="presParOf" srcId="{B18E576B-156D-40DA-AE68-D3FA99748CD7}" destId="{B71DB21A-5131-49EB-A41F-580AC604E5DD}" srcOrd="0" destOrd="0" presId="urn:microsoft.com/office/officeart/2018/2/layout/IconVerticalSolidList"/>
    <dgm:cxn modelId="{2ABA8D3E-BBF2-4F7A-8C0A-ACEB4633AEEE}" type="presParOf" srcId="{B18E576B-156D-40DA-AE68-D3FA99748CD7}" destId="{C464EB74-D1B8-4BB2-BE3A-2EA528441C7B}" srcOrd="1" destOrd="0" presId="urn:microsoft.com/office/officeart/2018/2/layout/IconVerticalSolidList"/>
    <dgm:cxn modelId="{0C5D91D3-DB7F-45D4-B373-DCEDE6612CB0}" type="presParOf" srcId="{B18E576B-156D-40DA-AE68-D3FA99748CD7}" destId="{D305EB44-6E06-435B-89EF-6C6BBE36E20A}" srcOrd="2" destOrd="0" presId="urn:microsoft.com/office/officeart/2018/2/layout/IconVerticalSolidList"/>
    <dgm:cxn modelId="{C42A16CC-4766-4564-9DF0-7C0754912EF0}" type="presParOf" srcId="{B18E576B-156D-40DA-AE68-D3FA99748CD7}" destId="{B89BB482-6375-4E53-9745-9A259CA5ED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896BAF-894B-420C-91D3-BBF07D70FEC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CA547D0-5F35-45F9-970B-18423FA2C1C2}">
      <dgm:prSet/>
      <dgm:spPr/>
      <dgm:t>
        <a:bodyPr/>
        <a:lstStyle/>
        <a:p>
          <a:pPr>
            <a:defRPr cap="all"/>
          </a:pPr>
          <a:r>
            <a:rPr lang="en-US" b="1"/>
            <a:t>Exploratory Data Analysis (EDA)</a:t>
          </a:r>
          <a:endParaRPr lang="en-US"/>
        </a:p>
      </dgm:t>
    </dgm:pt>
    <dgm:pt modelId="{4CF12CC0-2516-41E6-BBE2-9A2923CDE60E}" type="parTrans" cxnId="{1D036CD8-C36D-4BA7-8FBF-02E500CDB2A7}">
      <dgm:prSet/>
      <dgm:spPr/>
      <dgm:t>
        <a:bodyPr/>
        <a:lstStyle/>
        <a:p>
          <a:endParaRPr lang="en-US"/>
        </a:p>
      </dgm:t>
    </dgm:pt>
    <dgm:pt modelId="{313EAF81-2E82-4CF9-A1CB-F7175424D5B2}" type="sibTrans" cxnId="{1D036CD8-C36D-4BA7-8FBF-02E500CDB2A7}">
      <dgm:prSet/>
      <dgm:spPr/>
      <dgm:t>
        <a:bodyPr/>
        <a:lstStyle/>
        <a:p>
          <a:endParaRPr lang="en-US"/>
        </a:p>
      </dgm:t>
    </dgm:pt>
    <dgm:pt modelId="{CD5BE971-FBFF-4FD0-8A2B-12D7C9A787C5}">
      <dgm:prSet/>
      <dgm:spPr/>
      <dgm:t>
        <a:bodyPr/>
        <a:lstStyle/>
        <a:p>
          <a:pPr>
            <a:defRPr cap="all"/>
          </a:pPr>
          <a:r>
            <a:rPr lang="en-US" b="1"/>
            <a:t>Statistical Analysis</a:t>
          </a:r>
          <a:endParaRPr lang="en-US"/>
        </a:p>
      </dgm:t>
    </dgm:pt>
    <dgm:pt modelId="{6FC01AA1-75DD-4E98-8483-05EED5B71274}" type="parTrans" cxnId="{CE46351A-13F2-4CC3-9DEF-0D119DE0772E}">
      <dgm:prSet/>
      <dgm:spPr/>
      <dgm:t>
        <a:bodyPr/>
        <a:lstStyle/>
        <a:p>
          <a:endParaRPr lang="en-US"/>
        </a:p>
      </dgm:t>
    </dgm:pt>
    <dgm:pt modelId="{0536689B-B610-43B6-995E-8E35F5BA4E65}" type="sibTrans" cxnId="{CE46351A-13F2-4CC3-9DEF-0D119DE0772E}">
      <dgm:prSet/>
      <dgm:spPr/>
      <dgm:t>
        <a:bodyPr/>
        <a:lstStyle/>
        <a:p>
          <a:endParaRPr lang="en-US"/>
        </a:p>
      </dgm:t>
    </dgm:pt>
    <dgm:pt modelId="{BF7E70BA-24C8-47D8-B113-E3B0665F3430}">
      <dgm:prSet/>
      <dgm:spPr/>
      <dgm:t>
        <a:bodyPr/>
        <a:lstStyle/>
        <a:p>
          <a:pPr>
            <a:defRPr cap="all"/>
          </a:pPr>
          <a:r>
            <a:rPr lang="en-US" b="1"/>
            <a:t>Correlation Analysis</a:t>
          </a:r>
          <a:endParaRPr lang="en-US"/>
        </a:p>
      </dgm:t>
    </dgm:pt>
    <dgm:pt modelId="{0137699A-4CF5-46B3-B315-9C28BB5A222C}" type="parTrans" cxnId="{7E0B0FCF-194A-4029-BC34-4AA43A4FD560}">
      <dgm:prSet/>
      <dgm:spPr/>
      <dgm:t>
        <a:bodyPr/>
        <a:lstStyle/>
        <a:p>
          <a:endParaRPr lang="en-US"/>
        </a:p>
      </dgm:t>
    </dgm:pt>
    <dgm:pt modelId="{76A4FE42-A2D7-406C-8E7E-59ED9957FEA4}" type="sibTrans" cxnId="{7E0B0FCF-194A-4029-BC34-4AA43A4FD560}">
      <dgm:prSet/>
      <dgm:spPr/>
      <dgm:t>
        <a:bodyPr/>
        <a:lstStyle/>
        <a:p>
          <a:endParaRPr lang="en-US"/>
        </a:p>
      </dgm:t>
    </dgm:pt>
    <dgm:pt modelId="{C44B9D7E-D6DE-4684-9F3B-ED64D0A10441}">
      <dgm:prSet/>
      <dgm:spPr/>
      <dgm:t>
        <a:bodyPr/>
        <a:lstStyle/>
        <a:p>
          <a:pPr>
            <a:defRPr cap="all"/>
          </a:pPr>
          <a:r>
            <a:rPr lang="en-US" b="1"/>
            <a:t>Cancellation Pattern Discovery</a:t>
          </a:r>
          <a:endParaRPr lang="en-US"/>
        </a:p>
      </dgm:t>
    </dgm:pt>
    <dgm:pt modelId="{3027A97E-9FA0-4DC4-99C6-D832ACE014E0}" type="parTrans" cxnId="{E7D7766E-6928-4C92-BD5E-6AE508D55D3A}">
      <dgm:prSet/>
      <dgm:spPr/>
      <dgm:t>
        <a:bodyPr/>
        <a:lstStyle/>
        <a:p>
          <a:endParaRPr lang="en-US"/>
        </a:p>
      </dgm:t>
    </dgm:pt>
    <dgm:pt modelId="{3B1CEE06-13A9-42A6-ABC4-2F46A2C030DD}" type="sibTrans" cxnId="{E7D7766E-6928-4C92-BD5E-6AE508D55D3A}">
      <dgm:prSet/>
      <dgm:spPr/>
      <dgm:t>
        <a:bodyPr/>
        <a:lstStyle/>
        <a:p>
          <a:endParaRPr lang="en-US"/>
        </a:p>
      </dgm:t>
    </dgm:pt>
    <dgm:pt modelId="{950ECA36-3F77-4180-AE28-8BD095557BF2}" type="pres">
      <dgm:prSet presAssocID="{FC896BAF-894B-420C-91D3-BBF07D70FEC5}" presName="root" presStyleCnt="0">
        <dgm:presLayoutVars>
          <dgm:dir/>
          <dgm:resizeHandles val="exact"/>
        </dgm:presLayoutVars>
      </dgm:prSet>
      <dgm:spPr/>
    </dgm:pt>
    <dgm:pt modelId="{02B1314D-9ECC-4096-8F65-276E1559477A}" type="pres">
      <dgm:prSet presAssocID="{3CA547D0-5F35-45F9-970B-18423FA2C1C2}" presName="compNode" presStyleCnt="0"/>
      <dgm:spPr/>
    </dgm:pt>
    <dgm:pt modelId="{96B3EE43-BF59-4F1E-A3E9-835FF3AEF297}" type="pres">
      <dgm:prSet presAssocID="{3CA547D0-5F35-45F9-970B-18423FA2C1C2}" presName="iconBgRect" presStyleLbl="bgShp" presStyleIdx="0" presStyleCnt="4"/>
      <dgm:spPr/>
    </dgm:pt>
    <dgm:pt modelId="{F5172D71-CC0F-48EB-A9C8-31774AC2AED5}" type="pres">
      <dgm:prSet presAssocID="{3CA547D0-5F35-45F9-970B-18423FA2C1C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D26209D-A6EC-4332-AF37-7DED7E9F6F0B}" type="pres">
      <dgm:prSet presAssocID="{3CA547D0-5F35-45F9-970B-18423FA2C1C2}" presName="spaceRect" presStyleCnt="0"/>
      <dgm:spPr/>
    </dgm:pt>
    <dgm:pt modelId="{67E35AA8-48A2-4957-8B88-015AC557F7A3}" type="pres">
      <dgm:prSet presAssocID="{3CA547D0-5F35-45F9-970B-18423FA2C1C2}" presName="textRect" presStyleLbl="revTx" presStyleIdx="0" presStyleCnt="4">
        <dgm:presLayoutVars>
          <dgm:chMax val="1"/>
          <dgm:chPref val="1"/>
        </dgm:presLayoutVars>
      </dgm:prSet>
      <dgm:spPr/>
    </dgm:pt>
    <dgm:pt modelId="{477F4190-907B-473C-8ECE-2915D8E03C77}" type="pres">
      <dgm:prSet presAssocID="{313EAF81-2E82-4CF9-A1CB-F7175424D5B2}" presName="sibTrans" presStyleCnt="0"/>
      <dgm:spPr/>
    </dgm:pt>
    <dgm:pt modelId="{B41A9D67-FF62-4121-BC31-870AC5C90435}" type="pres">
      <dgm:prSet presAssocID="{CD5BE971-FBFF-4FD0-8A2B-12D7C9A787C5}" presName="compNode" presStyleCnt="0"/>
      <dgm:spPr/>
    </dgm:pt>
    <dgm:pt modelId="{0B6F89D0-87EA-455A-9987-EEDF98450A6D}" type="pres">
      <dgm:prSet presAssocID="{CD5BE971-FBFF-4FD0-8A2B-12D7C9A787C5}" presName="iconBgRect" presStyleLbl="bgShp" presStyleIdx="1" presStyleCnt="4"/>
      <dgm:spPr/>
    </dgm:pt>
    <dgm:pt modelId="{496E3D42-1526-4E3F-B4D0-9759671B876B}" type="pres">
      <dgm:prSet presAssocID="{CD5BE971-FBFF-4FD0-8A2B-12D7C9A787C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C81B5D4-47EA-49C6-98F0-4E8595C8B96C}" type="pres">
      <dgm:prSet presAssocID="{CD5BE971-FBFF-4FD0-8A2B-12D7C9A787C5}" presName="spaceRect" presStyleCnt="0"/>
      <dgm:spPr/>
    </dgm:pt>
    <dgm:pt modelId="{2FEF84F1-6B66-4CDC-820D-4ADAD7D642EE}" type="pres">
      <dgm:prSet presAssocID="{CD5BE971-FBFF-4FD0-8A2B-12D7C9A787C5}" presName="textRect" presStyleLbl="revTx" presStyleIdx="1" presStyleCnt="4">
        <dgm:presLayoutVars>
          <dgm:chMax val="1"/>
          <dgm:chPref val="1"/>
        </dgm:presLayoutVars>
      </dgm:prSet>
      <dgm:spPr/>
    </dgm:pt>
    <dgm:pt modelId="{B39D65D2-E8E8-4359-B18D-1484719F202A}" type="pres">
      <dgm:prSet presAssocID="{0536689B-B610-43B6-995E-8E35F5BA4E65}" presName="sibTrans" presStyleCnt="0"/>
      <dgm:spPr/>
    </dgm:pt>
    <dgm:pt modelId="{2716FC9E-3894-4DC0-8B97-2C7420C838C7}" type="pres">
      <dgm:prSet presAssocID="{BF7E70BA-24C8-47D8-B113-E3B0665F3430}" presName="compNode" presStyleCnt="0"/>
      <dgm:spPr/>
    </dgm:pt>
    <dgm:pt modelId="{3E7580FF-EF77-4561-9704-C04D36793641}" type="pres">
      <dgm:prSet presAssocID="{BF7E70BA-24C8-47D8-B113-E3B0665F3430}" presName="iconBgRect" presStyleLbl="bgShp" presStyleIdx="2" presStyleCnt="4"/>
      <dgm:spPr/>
    </dgm:pt>
    <dgm:pt modelId="{8B8DB01D-0B8A-4B72-AD28-462A1F2C96B9}" type="pres">
      <dgm:prSet presAssocID="{BF7E70BA-24C8-47D8-B113-E3B0665F343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29FB093-A2B8-4FEA-AE4D-70F94719014B}" type="pres">
      <dgm:prSet presAssocID="{BF7E70BA-24C8-47D8-B113-E3B0665F3430}" presName="spaceRect" presStyleCnt="0"/>
      <dgm:spPr/>
    </dgm:pt>
    <dgm:pt modelId="{F05BCFE2-16A5-43D9-936A-ACB53FADBC5D}" type="pres">
      <dgm:prSet presAssocID="{BF7E70BA-24C8-47D8-B113-E3B0665F3430}" presName="textRect" presStyleLbl="revTx" presStyleIdx="2" presStyleCnt="4">
        <dgm:presLayoutVars>
          <dgm:chMax val="1"/>
          <dgm:chPref val="1"/>
        </dgm:presLayoutVars>
      </dgm:prSet>
      <dgm:spPr/>
    </dgm:pt>
    <dgm:pt modelId="{60991393-53F6-463A-AC0A-61493ECEDE65}" type="pres">
      <dgm:prSet presAssocID="{76A4FE42-A2D7-406C-8E7E-59ED9957FEA4}" presName="sibTrans" presStyleCnt="0"/>
      <dgm:spPr/>
    </dgm:pt>
    <dgm:pt modelId="{EAFD7677-0EDB-4050-8254-9D109AFF29B7}" type="pres">
      <dgm:prSet presAssocID="{C44B9D7E-D6DE-4684-9F3B-ED64D0A10441}" presName="compNode" presStyleCnt="0"/>
      <dgm:spPr/>
    </dgm:pt>
    <dgm:pt modelId="{946B2584-5572-46E7-96C0-D06F010A2BC1}" type="pres">
      <dgm:prSet presAssocID="{C44B9D7E-D6DE-4684-9F3B-ED64D0A10441}" presName="iconBgRect" presStyleLbl="bgShp" presStyleIdx="3" presStyleCnt="4"/>
      <dgm:spPr/>
    </dgm:pt>
    <dgm:pt modelId="{7B6A1187-FCA4-4A07-9479-6F3B9EFED71C}" type="pres">
      <dgm:prSet presAssocID="{C44B9D7E-D6DE-4684-9F3B-ED64D0A1044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63E3924-D1E0-4641-AC5C-075A2A34EDDB}" type="pres">
      <dgm:prSet presAssocID="{C44B9D7E-D6DE-4684-9F3B-ED64D0A10441}" presName="spaceRect" presStyleCnt="0"/>
      <dgm:spPr/>
    </dgm:pt>
    <dgm:pt modelId="{EEA3CA95-3B09-46F1-AF68-74F302607BA2}" type="pres">
      <dgm:prSet presAssocID="{C44B9D7E-D6DE-4684-9F3B-ED64D0A1044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E46351A-13F2-4CC3-9DEF-0D119DE0772E}" srcId="{FC896BAF-894B-420C-91D3-BBF07D70FEC5}" destId="{CD5BE971-FBFF-4FD0-8A2B-12D7C9A787C5}" srcOrd="1" destOrd="0" parTransId="{6FC01AA1-75DD-4E98-8483-05EED5B71274}" sibTransId="{0536689B-B610-43B6-995E-8E35F5BA4E65}"/>
    <dgm:cxn modelId="{E73CC662-C3F4-4D53-A171-5235FC2E2AA3}" type="presOf" srcId="{3CA547D0-5F35-45F9-970B-18423FA2C1C2}" destId="{67E35AA8-48A2-4957-8B88-015AC557F7A3}" srcOrd="0" destOrd="0" presId="urn:microsoft.com/office/officeart/2018/5/layout/IconCircleLabelList"/>
    <dgm:cxn modelId="{F5B6E069-3406-4B5A-BD2E-5F8860756C4E}" type="presOf" srcId="{FC896BAF-894B-420C-91D3-BBF07D70FEC5}" destId="{950ECA36-3F77-4180-AE28-8BD095557BF2}" srcOrd="0" destOrd="0" presId="urn:microsoft.com/office/officeart/2018/5/layout/IconCircleLabelList"/>
    <dgm:cxn modelId="{E7D7766E-6928-4C92-BD5E-6AE508D55D3A}" srcId="{FC896BAF-894B-420C-91D3-BBF07D70FEC5}" destId="{C44B9D7E-D6DE-4684-9F3B-ED64D0A10441}" srcOrd="3" destOrd="0" parTransId="{3027A97E-9FA0-4DC4-99C6-D832ACE014E0}" sibTransId="{3B1CEE06-13A9-42A6-ABC4-2F46A2C030DD}"/>
    <dgm:cxn modelId="{B55C6C55-C7E8-43C7-86C9-CDC2922CAD4B}" type="presOf" srcId="{BF7E70BA-24C8-47D8-B113-E3B0665F3430}" destId="{F05BCFE2-16A5-43D9-936A-ACB53FADBC5D}" srcOrd="0" destOrd="0" presId="urn:microsoft.com/office/officeart/2018/5/layout/IconCircleLabelList"/>
    <dgm:cxn modelId="{468F5D95-89AE-4E72-B6A6-3B46A46F2B78}" type="presOf" srcId="{CD5BE971-FBFF-4FD0-8A2B-12D7C9A787C5}" destId="{2FEF84F1-6B66-4CDC-820D-4ADAD7D642EE}" srcOrd="0" destOrd="0" presId="urn:microsoft.com/office/officeart/2018/5/layout/IconCircleLabelList"/>
    <dgm:cxn modelId="{7E0B0FCF-194A-4029-BC34-4AA43A4FD560}" srcId="{FC896BAF-894B-420C-91D3-BBF07D70FEC5}" destId="{BF7E70BA-24C8-47D8-B113-E3B0665F3430}" srcOrd="2" destOrd="0" parTransId="{0137699A-4CF5-46B3-B315-9C28BB5A222C}" sibTransId="{76A4FE42-A2D7-406C-8E7E-59ED9957FEA4}"/>
    <dgm:cxn modelId="{1D036CD8-C36D-4BA7-8FBF-02E500CDB2A7}" srcId="{FC896BAF-894B-420C-91D3-BBF07D70FEC5}" destId="{3CA547D0-5F35-45F9-970B-18423FA2C1C2}" srcOrd="0" destOrd="0" parTransId="{4CF12CC0-2516-41E6-BBE2-9A2923CDE60E}" sibTransId="{313EAF81-2E82-4CF9-A1CB-F7175424D5B2}"/>
    <dgm:cxn modelId="{6E9D6CE4-F8CC-413C-861A-44ECC0FFC5FF}" type="presOf" srcId="{C44B9D7E-D6DE-4684-9F3B-ED64D0A10441}" destId="{EEA3CA95-3B09-46F1-AF68-74F302607BA2}" srcOrd="0" destOrd="0" presId="urn:microsoft.com/office/officeart/2018/5/layout/IconCircleLabelList"/>
    <dgm:cxn modelId="{7DB5CA0F-27A4-4E23-9202-BFE99A2780A3}" type="presParOf" srcId="{950ECA36-3F77-4180-AE28-8BD095557BF2}" destId="{02B1314D-9ECC-4096-8F65-276E1559477A}" srcOrd="0" destOrd="0" presId="urn:microsoft.com/office/officeart/2018/5/layout/IconCircleLabelList"/>
    <dgm:cxn modelId="{DBAC7B12-1469-4236-A983-C9A7FC7A9712}" type="presParOf" srcId="{02B1314D-9ECC-4096-8F65-276E1559477A}" destId="{96B3EE43-BF59-4F1E-A3E9-835FF3AEF297}" srcOrd="0" destOrd="0" presId="urn:microsoft.com/office/officeart/2018/5/layout/IconCircleLabelList"/>
    <dgm:cxn modelId="{FA2D6E1A-1507-49C2-AE1A-9E0E3072DBA0}" type="presParOf" srcId="{02B1314D-9ECC-4096-8F65-276E1559477A}" destId="{F5172D71-CC0F-48EB-A9C8-31774AC2AED5}" srcOrd="1" destOrd="0" presId="urn:microsoft.com/office/officeart/2018/5/layout/IconCircleLabelList"/>
    <dgm:cxn modelId="{2EB32E99-23A7-4ADB-AB5D-82BEFE940D40}" type="presParOf" srcId="{02B1314D-9ECC-4096-8F65-276E1559477A}" destId="{7D26209D-A6EC-4332-AF37-7DED7E9F6F0B}" srcOrd="2" destOrd="0" presId="urn:microsoft.com/office/officeart/2018/5/layout/IconCircleLabelList"/>
    <dgm:cxn modelId="{43407E4E-C770-47DC-A1E8-D2A5E9DB50B6}" type="presParOf" srcId="{02B1314D-9ECC-4096-8F65-276E1559477A}" destId="{67E35AA8-48A2-4957-8B88-015AC557F7A3}" srcOrd="3" destOrd="0" presId="urn:microsoft.com/office/officeart/2018/5/layout/IconCircleLabelList"/>
    <dgm:cxn modelId="{C32E8201-7379-4D13-B7A7-7353565B2E89}" type="presParOf" srcId="{950ECA36-3F77-4180-AE28-8BD095557BF2}" destId="{477F4190-907B-473C-8ECE-2915D8E03C77}" srcOrd="1" destOrd="0" presId="urn:microsoft.com/office/officeart/2018/5/layout/IconCircleLabelList"/>
    <dgm:cxn modelId="{B4E9C1C9-6DFD-4E68-B2F2-D36FC7075A69}" type="presParOf" srcId="{950ECA36-3F77-4180-AE28-8BD095557BF2}" destId="{B41A9D67-FF62-4121-BC31-870AC5C90435}" srcOrd="2" destOrd="0" presId="urn:microsoft.com/office/officeart/2018/5/layout/IconCircleLabelList"/>
    <dgm:cxn modelId="{B530FD5A-6637-4633-9112-79209B7E1FA2}" type="presParOf" srcId="{B41A9D67-FF62-4121-BC31-870AC5C90435}" destId="{0B6F89D0-87EA-455A-9987-EEDF98450A6D}" srcOrd="0" destOrd="0" presId="urn:microsoft.com/office/officeart/2018/5/layout/IconCircleLabelList"/>
    <dgm:cxn modelId="{6940E99B-4F56-447B-B52C-E9360BD70F8C}" type="presParOf" srcId="{B41A9D67-FF62-4121-BC31-870AC5C90435}" destId="{496E3D42-1526-4E3F-B4D0-9759671B876B}" srcOrd="1" destOrd="0" presId="urn:microsoft.com/office/officeart/2018/5/layout/IconCircleLabelList"/>
    <dgm:cxn modelId="{2AA779C3-4629-44FA-8B8D-CFD36C244460}" type="presParOf" srcId="{B41A9D67-FF62-4121-BC31-870AC5C90435}" destId="{6C81B5D4-47EA-49C6-98F0-4E8595C8B96C}" srcOrd="2" destOrd="0" presId="urn:microsoft.com/office/officeart/2018/5/layout/IconCircleLabelList"/>
    <dgm:cxn modelId="{0484409E-F588-4992-9846-15D0729B7E96}" type="presParOf" srcId="{B41A9D67-FF62-4121-BC31-870AC5C90435}" destId="{2FEF84F1-6B66-4CDC-820D-4ADAD7D642EE}" srcOrd="3" destOrd="0" presId="urn:microsoft.com/office/officeart/2018/5/layout/IconCircleLabelList"/>
    <dgm:cxn modelId="{27279054-23B4-417E-9A17-CD894700DF63}" type="presParOf" srcId="{950ECA36-3F77-4180-AE28-8BD095557BF2}" destId="{B39D65D2-E8E8-4359-B18D-1484719F202A}" srcOrd="3" destOrd="0" presId="urn:microsoft.com/office/officeart/2018/5/layout/IconCircleLabelList"/>
    <dgm:cxn modelId="{D01C1C35-67BE-45F9-8281-522A28468AF5}" type="presParOf" srcId="{950ECA36-3F77-4180-AE28-8BD095557BF2}" destId="{2716FC9E-3894-4DC0-8B97-2C7420C838C7}" srcOrd="4" destOrd="0" presId="urn:microsoft.com/office/officeart/2018/5/layout/IconCircleLabelList"/>
    <dgm:cxn modelId="{A361C6A2-CF7F-45B5-827B-EA9B85FEE2A4}" type="presParOf" srcId="{2716FC9E-3894-4DC0-8B97-2C7420C838C7}" destId="{3E7580FF-EF77-4561-9704-C04D36793641}" srcOrd="0" destOrd="0" presId="urn:microsoft.com/office/officeart/2018/5/layout/IconCircleLabelList"/>
    <dgm:cxn modelId="{E8FFA520-29AD-4C04-8ACF-B516F9B089ED}" type="presParOf" srcId="{2716FC9E-3894-4DC0-8B97-2C7420C838C7}" destId="{8B8DB01D-0B8A-4B72-AD28-462A1F2C96B9}" srcOrd="1" destOrd="0" presId="urn:microsoft.com/office/officeart/2018/5/layout/IconCircleLabelList"/>
    <dgm:cxn modelId="{3AF05FCD-CAF7-4830-989D-266CD374E443}" type="presParOf" srcId="{2716FC9E-3894-4DC0-8B97-2C7420C838C7}" destId="{329FB093-A2B8-4FEA-AE4D-70F94719014B}" srcOrd="2" destOrd="0" presId="urn:microsoft.com/office/officeart/2018/5/layout/IconCircleLabelList"/>
    <dgm:cxn modelId="{F5CA2C7F-DD1B-435B-96A2-FBCB65595A92}" type="presParOf" srcId="{2716FC9E-3894-4DC0-8B97-2C7420C838C7}" destId="{F05BCFE2-16A5-43D9-936A-ACB53FADBC5D}" srcOrd="3" destOrd="0" presId="urn:microsoft.com/office/officeart/2018/5/layout/IconCircleLabelList"/>
    <dgm:cxn modelId="{52D9D930-5D21-431B-95B2-B5EDDC057616}" type="presParOf" srcId="{950ECA36-3F77-4180-AE28-8BD095557BF2}" destId="{60991393-53F6-463A-AC0A-61493ECEDE65}" srcOrd="5" destOrd="0" presId="urn:microsoft.com/office/officeart/2018/5/layout/IconCircleLabelList"/>
    <dgm:cxn modelId="{DE13F276-8210-4A58-95DA-ED625AB5E8DA}" type="presParOf" srcId="{950ECA36-3F77-4180-AE28-8BD095557BF2}" destId="{EAFD7677-0EDB-4050-8254-9D109AFF29B7}" srcOrd="6" destOrd="0" presId="urn:microsoft.com/office/officeart/2018/5/layout/IconCircleLabelList"/>
    <dgm:cxn modelId="{59519428-089E-4FF4-929B-B6343DC331DC}" type="presParOf" srcId="{EAFD7677-0EDB-4050-8254-9D109AFF29B7}" destId="{946B2584-5572-46E7-96C0-D06F010A2BC1}" srcOrd="0" destOrd="0" presId="urn:microsoft.com/office/officeart/2018/5/layout/IconCircleLabelList"/>
    <dgm:cxn modelId="{DCCD3C36-9AFF-4693-8326-6A7A97F10360}" type="presParOf" srcId="{EAFD7677-0EDB-4050-8254-9D109AFF29B7}" destId="{7B6A1187-FCA4-4A07-9479-6F3B9EFED71C}" srcOrd="1" destOrd="0" presId="urn:microsoft.com/office/officeart/2018/5/layout/IconCircleLabelList"/>
    <dgm:cxn modelId="{A49A5612-A3F9-45D1-AB08-34E7418E2AC4}" type="presParOf" srcId="{EAFD7677-0EDB-4050-8254-9D109AFF29B7}" destId="{063E3924-D1E0-4641-AC5C-075A2A34EDDB}" srcOrd="2" destOrd="0" presId="urn:microsoft.com/office/officeart/2018/5/layout/IconCircleLabelList"/>
    <dgm:cxn modelId="{FF20D975-5AD1-49EF-895F-BB532E11BFC6}" type="presParOf" srcId="{EAFD7677-0EDB-4050-8254-9D109AFF29B7}" destId="{EEA3CA95-3B09-46F1-AF68-74F302607B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ADFC7C-FB46-4ECE-B602-89676BBB4A38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91D19E-A660-41E8-AB69-6F6F22B6F726}">
      <dgm:prSet/>
      <dgm:spPr/>
      <dgm:t>
        <a:bodyPr/>
        <a:lstStyle/>
        <a:p>
          <a:r>
            <a:rPr lang="en-US" b="1"/>
            <a:t>Created:</a:t>
          </a:r>
          <a:endParaRPr lang="en-US"/>
        </a:p>
      </dgm:t>
    </dgm:pt>
    <dgm:pt modelId="{C0B5D51E-9EFF-49E1-A282-EDF8C029ED09}" type="parTrans" cxnId="{D15CB0E9-72E1-4E2E-A0CA-0D8FC178739A}">
      <dgm:prSet/>
      <dgm:spPr/>
      <dgm:t>
        <a:bodyPr/>
        <a:lstStyle/>
        <a:p>
          <a:endParaRPr lang="en-US"/>
        </a:p>
      </dgm:t>
    </dgm:pt>
    <dgm:pt modelId="{1E5AC797-A3CE-4BBD-93DF-1C5F50FD828A}" type="sibTrans" cxnId="{D15CB0E9-72E1-4E2E-A0CA-0D8FC178739A}">
      <dgm:prSet/>
      <dgm:spPr/>
      <dgm:t>
        <a:bodyPr/>
        <a:lstStyle/>
        <a:p>
          <a:endParaRPr lang="en-US"/>
        </a:p>
      </dgm:t>
    </dgm:pt>
    <dgm:pt modelId="{CA64B963-6679-435F-B7F7-DF8BF41C8D1F}">
      <dgm:prSet/>
      <dgm:spPr/>
      <dgm:t>
        <a:bodyPr/>
        <a:lstStyle/>
        <a:p>
          <a:r>
            <a:rPr lang="en-US" b="1"/>
            <a:t>Booking Distribution Charts</a:t>
          </a:r>
          <a:endParaRPr lang="en-US"/>
        </a:p>
      </dgm:t>
    </dgm:pt>
    <dgm:pt modelId="{6AED3962-B0B8-426B-AEB5-64DC79CAF5BD}" type="parTrans" cxnId="{4E930608-D8DF-44AC-8EF7-B9E94D8536DA}">
      <dgm:prSet/>
      <dgm:spPr/>
      <dgm:t>
        <a:bodyPr/>
        <a:lstStyle/>
        <a:p>
          <a:endParaRPr lang="en-US"/>
        </a:p>
      </dgm:t>
    </dgm:pt>
    <dgm:pt modelId="{2A9895C3-8019-4940-84F3-14FB04D5FECF}" type="sibTrans" cxnId="{4E930608-D8DF-44AC-8EF7-B9E94D8536DA}">
      <dgm:prSet/>
      <dgm:spPr/>
      <dgm:t>
        <a:bodyPr/>
        <a:lstStyle/>
        <a:p>
          <a:endParaRPr lang="en-US"/>
        </a:p>
      </dgm:t>
    </dgm:pt>
    <dgm:pt modelId="{0344963D-9CFA-4471-A296-86AA2DEF9FF9}">
      <dgm:prSet/>
      <dgm:spPr/>
      <dgm:t>
        <a:bodyPr/>
        <a:lstStyle/>
        <a:p>
          <a:r>
            <a:rPr lang="en-US" b="1"/>
            <a:t>Cancellation Rate Analysis</a:t>
          </a:r>
          <a:endParaRPr lang="en-US"/>
        </a:p>
      </dgm:t>
    </dgm:pt>
    <dgm:pt modelId="{DF4F0878-8469-44DA-A595-AE8FC9C38E8C}" type="parTrans" cxnId="{995335E4-9FCB-4B9F-9219-CD43F24B793C}">
      <dgm:prSet/>
      <dgm:spPr/>
      <dgm:t>
        <a:bodyPr/>
        <a:lstStyle/>
        <a:p>
          <a:endParaRPr lang="en-US"/>
        </a:p>
      </dgm:t>
    </dgm:pt>
    <dgm:pt modelId="{7894F8D1-334A-44EF-B629-B539E093007E}" type="sibTrans" cxnId="{995335E4-9FCB-4B9F-9219-CD43F24B793C}">
      <dgm:prSet/>
      <dgm:spPr/>
      <dgm:t>
        <a:bodyPr/>
        <a:lstStyle/>
        <a:p>
          <a:endParaRPr lang="en-US"/>
        </a:p>
      </dgm:t>
    </dgm:pt>
    <dgm:pt modelId="{9DC99B91-B7C4-4F24-A886-B09FB7EEC22C}">
      <dgm:prSet/>
      <dgm:spPr/>
      <dgm:t>
        <a:bodyPr/>
        <a:lstStyle/>
        <a:p>
          <a:r>
            <a:rPr lang="en-US" b="1"/>
            <a:t>ADR Distribution</a:t>
          </a:r>
          <a:endParaRPr lang="en-US"/>
        </a:p>
      </dgm:t>
    </dgm:pt>
    <dgm:pt modelId="{BDA605BA-415F-4369-8CA0-A48A94FA4966}" type="parTrans" cxnId="{687F530C-40B5-476B-9AF7-04CA05079227}">
      <dgm:prSet/>
      <dgm:spPr/>
      <dgm:t>
        <a:bodyPr/>
        <a:lstStyle/>
        <a:p>
          <a:endParaRPr lang="en-US"/>
        </a:p>
      </dgm:t>
    </dgm:pt>
    <dgm:pt modelId="{DA8615C7-A698-4BD5-A619-9DFCB3790EC4}" type="sibTrans" cxnId="{687F530C-40B5-476B-9AF7-04CA05079227}">
      <dgm:prSet/>
      <dgm:spPr/>
      <dgm:t>
        <a:bodyPr/>
        <a:lstStyle/>
        <a:p>
          <a:endParaRPr lang="en-US"/>
        </a:p>
      </dgm:t>
    </dgm:pt>
    <dgm:pt modelId="{80F5C6A4-48D7-440B-ACD6-6FE401FEBCEB}">
      <dgm:prSet/>
      <dgm:spPr/>
      <dgm:t>
        <a:bodyPr/>
        <a:lstStyle/>
        <a:p>
          <a:r>
            <a:rPr lang="en-US" b="1"/>
            <a:t>Country-wise Booking Trends</a:t>
          </a:r>
          <a:endParaRPr lang="en-US"/>
        </a:p>
      </dgm:t>
    </dgm:pt>
    <dgm:pt modelId="{29BB4805-BD17-4E72-BCC2-9FE403CBDC86}" type="parTrans" cxnId="{57827C8C-5BAE-49B0-872A-4F4114C972A7}">
      <dgm:prSet/>
      <dgm:spPr/>
      <dgm:t>
        <a:bodyPr/>
        <a:lstStyle/>
        <a:p>
          <a:endParaRPr lang="en-US"/>
        </a:p>
      </dgm:t>
    </dgm:pt>
    <dgm:pt modelId="{FEFE2915-ACF1-4802-8F03-A6E11C69E234}" type="sibTrans" cxnId="{57827C8C-5BAE-49B0-872A-4F4114C972A7}">
      <dgm:prSet/>
      <dgm:spPr/>
      <dgm:t>
        <a:bodyPr/>
        <a:lstStyle/>
        <a:p>
          <a:endParaRPr lang="en-US"/>
        </a:p>
      </dgm:t>
    </dgm:pt>
    <dgm:pt modelId="{F60FE279-B7E5-4EA4-87C5-F0197DC22A51}" type="pres">
      <dgm:prSet presAssocID="{25ADFC7C-FB46-4ECE-B602-89676BBB4A38}" presName="linear" presStyleCnt="0">
        <dgm:presLayoutVars>
          <dgm:dir/>
          <dgm:animLvl val="lvl"/>
          <dgm:resizeHandles val="exact"/>
        </dgm:presLayoutVars>
      </dgm:prSet>
      <dgm:spPr/>
    </dgm:pt>
    <dgm:pt modelId="{2A6C72F7-56A0-49C9-8402-6D651FAA35F2}" type="pres">
      <dgm:prSet presAssocID="{9C91D19E-A660-41E8-AB69-6F6F22B6F726}" presName="parentLin" presStyleCnt="0"/>
      <dgm:spPr/>
    </dgm:pt>
    <dgm:pt modelId="{5AD9CDC0-964C-4711-A3DA-B6FA4A625242}" type="pres">
      <dgm:prSet presAssocID="{9C91D19E-A660-41E8-AB69-6F6F22B6F726}" presName="parentLeftMargin" presStyleLbl="node1" presStyleIdx="0" presStyleCnt="5"/>
      <dgm:spPr/>
    </dgm:pt>
    <dgm:pt modelId="{8B095425-F921-4D7B-BF2F-F63ED39E198C}" type="pres">
      <dgm:prSet presAssocID="{9C91D19E-A660-41E8-AB69-6F6F22B6F72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4681DF9-7257-4C9C-8EA3-D1686FF4B771}" type="pres">
      <dgm:prSet presAssocID="{9C91D19E-A660-41E8-AB69-6F6F22B6F726}" presName="negativeSpace" presStyleCnt="0"/>
      <dgm:spPr/>
    </dgm:pt>
    <dgm:pt modelId="{3E8E6A90-91AE-485F-B84B-5EE4BD32D170}" type="pres">
      <dgm:prSet presAssocID="{9C91D19E-A660-41E8-AB69-6F6F22B6F726}" presName="childText" presStyleLbl="conFgAcc1" presStyleIdx="0" presStyleCnt="5">
        <dgm:presLayoutVars>
          <dgm:bulletEnabled val="1"/>
        </dgm:presLayoutVars>
      </dgm:prSet>
      <dgm:spPr/>
    </dgm:pt>
    <dgm:pt modelId="{33A2738C-97CF-4F6C-8BF5-3F51988D9E24}" type="pres">
      <dgm:prSet presAssocID="{1E5AC797-A3CE-4BBD-93DF-1C5F50FD828A}" presName="spaceBetweenRectangles" presStyleCnt="0"/>
      <dgm:spPr/>
    </dgm:pt>
    <dgm:pt modelId="{132D517C-982D-4957-84C4-C545DF93EEA7}" type="pres">
      <dgm:prSet presAssocID="{CA64B963-6679-435F-B7F7-DF8BF41C8D1F}" presName="parentLin" presStyleCnt="0"/>
      <dgm:spPr/>
    </dgm:pt>
    <dgm:pt modelId="{1D3B9BF1-2A43-4309-A996-841DB597F54C}" type="pres">
      <dgm:prSet presAssocID="{CA64B963-6679-435F-B7F7-DF8BF41C8D1F}" presName="parentLeftMargin" presStyleLbl="node1" presStyleIdx="0" presStyleCnt="5"/>
      <dgm:spPr/>
    </dgm:pt>
    <dgm:pt modelId="{C3821D6E-AD67-4CB1-9989-79EB2BFB95DE}" type="pres">
      <dgm:prSet presAssocID="{CA64B963-6679-435F-B7F7-DF8BF41C8D1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080B785-AE77-4D6F-AFBC-76F546F89605}" type="pres">
      <dgm:prSet presAssocID="{CA64B963-6679-435F-B7F7-DF8BF41C8D1F}" presName="negativeSpace" presStyleCnt="0"/>
      <dgm:spPr/>
    </dgm:pt>
    <dgm:pt modelId="{58BC634C-7CE1-479D-85DC-C63CDD1A10D5}" type="pres">
      <dgm:prSet presAssocID="{CA64B963-6679-435F-B7F7-DF8BF41C8D1F}" presName="childText" presStyleLbl="conFgAcc1" presStyleIdx="1" presStyleCnt="5">
        <dgm:presLayoutVars>
          <dgm:bulletEnabled val="1"/>
        </dgm:presLayoutVars>
      </dgm:prSet>
      <dgm:spPr/>
    </dgm:pt>
    <dgm:pt modelId="{4B8AC444-A0C5-4AA4-AE2F-74D6DCF3C8E3}" type="pres">
      <dgm:prSet presAssocID="{2A9895C3-8019-4940-84F3-14FB04D5FECF}" presName="spaceBetweenRectangles" presStyleCnt="0"/>
      <dgm:spPr/>
    </dgm:pt>
    <dgm:pt modelId="{A5D6E314-6564-4C03-B96F-B93FEB62AE3E}" type="pres">
      <dgm:prSet presAssocID="{0344963D-9CFA-4471-A296-86AA2DEF9FF9}" presName="parentLin" presStyleCnt="0"/>
      <dgm:spPr/>
    </dgm:pt>
    <dgm:pt modelId="{36C1F389-2A65-477D-A968-710075E5C903}" type="pres">
      <dgm:prSet presAssocID="{0344963D-9CFA-4471-A296-86AA2DEF9FF9}" presName="parentLeftMargin" presStyleLbl="node1" presStyleIdx="1" presStyleCnt="5"/>
      <dgm:spPr/>
    </dgm:pt>
    <dgm:pt modelId="{CCF16D4E-4A78-4F23-85E3-69EC3B09D48C}" type="pres">
      <dgm:prSet presAssocID="{0344963D-9CFA-4471-A296-86AA2DEF9FF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92DF691-AD51-4822-AEF6-B115ACBE39C9}" type="pres">
      <dgm:prSet presAssocID="{0344963D-9CFA-4471-A296-86AA2DEF9FF9}" presName="negativeSpace" presStyleCnt="0"/>
      <dgm:spPr/>
    </dgm:pt>
    <dgm:pt modelId="{618BD1E5-2290-4C0F-98C7-DD98AC464FDD}" type="pres">
      <dgm:prSet presAssocID="{0344963D-9CFA-4471-A296-86AA2DEF9FF9}" presName="childText" presStyleLbl="conFgAcc1" presStyleIdx="2" presStyleCnt="5">
        <dgm:presLayoutVars>
          <dgm:bulletEnabled val="1"/>
        </dgm:presLayoutVars>
      </dgm:prSet>
      <dgm:spPr/>
    </dgm:pt>
    <dgm:pt modelId="{1316EE71-4EB3-4FD3-A4C8-688A0A052235}" type="pres">
      <dgm:prSet presAssocID="{7894F8D1-334A-44EF-B629-B539E093007E}" presName="spaceBetweenRectangles" presStyleCnt="0"/>
      <dgm:spPr/>
    </dgm:pt>
    <dgm:pt modelId="{9382B56D-2F1B-4B41-B4E7-36A309B62E14}" type="pres">
      <dgm:prSet presAssocID="{9DC99B91-B7C4-4F24-A886-B09FB7EEC22C}" presName="parentLin" presStyleCnt="0"/>
      <dgm:spPr/>
    </dgm:pt>
    <dgm:pt modelId="{169B7CB0-E0AD-402F-A734-1C10F6546AFB}" type="pres">
      <dgm:prSet presAssocID="{9DC99B91-B7C4-4F24-A886-B09FB7EEC22C}" presName="parentLeftMargin" presStyleLbl="node1" presStyleIdx="2" presStyleCnt="5"/>
      <dgm:spPr/>
    </dgm:pt>
    <dgm:pt modelId="{A1655C02-0A5D-486A-B3CA-A2CF92EE2EBF}" type="pres">
      <dgm:prSet presAssocID="{9DC99B91-B7C4-4F24-A886-B09FB7EEC22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620A624-AC0D-4B03-9B76-50783740BF99}" type="pres">
      <dgm:prSet presAssocID="{9DC99B91-B7C4-4F24-A886-B09FB7EEC22C}" presName="negativeSpace" presStyleCnt="0"/>
      <dgm:spPr/>
    </dgm:pt>
    <dgm:pt modelId="{D77BECCC-BED5-4056-84C1-251B701E376A}" type="pres">
      <dgm:prSet presAssocID="{9DC99B91-B7C4-4F24-A886-B09FB7EEC22C}" presName="childText" presStyleLbl="conFgAcc1" presStyleIdx="3" presStyleCnt="5">
        <dgm:presLayoutVars>
          <dgm:bulletEnabled val="1"/>
        </dgm:presLayoutVars>
      </dgm:prSet>
      <dgm:spPr/>
    </dgm:pt>
    <dgm:pt modelId="{D29CDA6F-B273-48D2-ADEB-5DE3C5399F09}" type="pres">
      <dgm:prSet presAssocID="{DA8615C7-A698-4BD5-A619-9DFCB3790EC4}" presName="spaceBetweenRectangles" presStyleCnt="0"/>
      <dgm:spPr/>
    </dgm:pt>
    <dgm:pt modelId="{D90F4C34-F55B-4C36-95F6-57BC5B89E13F}" type="pres">
      <dgm:prSet presAssocID="{80F5C6A4-48D7-440B-ACD6-6FE401FEBCEB}" presName="parentLin" presStyleCnt="0"/>
      <dgm:spPr/>
    </dgm:pt>
    <dgm:pt modelId="{A28E3D32-31C5-4EE4-98BA-F34E608D0B04}" type="pres">
      <dgm:prSet presAssocID="{80F5C6A4-48D7-440B-ACD6-6FE401FEBCEB}" presName="parentLeftMargin" presStyleLbl="node1" presStyleIdx="3" presStyleCnt="5"/>
      <dgm:spPr/>
    </dgm:pt>
    <dgm:pt modelId="{D6835238-B237-4F63-9597-75BED96CD83A}" type="pres">
      <dgm:prSet presAssocID="{80F5C6A4-48D7-440B-ACD6-6FE401FEBCE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1441895-5DD9-4C83-AD79-6E86845F98EF}" type="pres">
      <dgm:prSet presAssocID="{80F5C6A4-48D7-440B-ACD6-6FE401FEBCEB}" presName="negativeSpace" presStyleCnt="0"/>
      <dgm:spPr/>
    </dgm:pt>
    <dgm:pt modelId="{AF8E9E8E-8C82-40D9-AC5D-6EB4F5DE1700}" type="pres">
      <dgm:prSet presAssocID="{80F5C6A4-48D7-440B-ACD6-6FE401FEBCE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106E907-7683-4A6D-820F-7DA826D660C9}" type="presOf" srcId="{9DC99B91-B7C4-4F24-A886-B09FB7EEC22C}" destId="{A1655C02-0A5D-486A-B3CA-A2CF92EE2EBF}" srcOrd="1" destOrd="0" presId="urn:microsoft.com/office/officeart/2005/8/layout/list1"/>
    <dgm:cxn modelId="{4E930608-D8DF-44AC-8EF7-B9E94D8536DA}" srcId="{25ADFC7C-FB46-4ECE-B602-89676BBB4A38}" destId="{CA64B963-6679-435F-B7F7-DF8BF41C8D1F}" srcOrd="1" destOrd="0" parTransId="{6AED3962-B0B8-426B-AEB5-64DC79CAF5BD}" sibTransId="{2A9895C3-8019-4940-84F3-14FB04D5FECF}"/>
    <dgm:cxn modelId="{687F530C-40B5-476B-9AF7-04CA05079227}" srcId="{25ADFC7C-FB46-4ECE-B602-89676BBB4A38}" destId="{9DC99B91-B7C4-4F24-A886-B09FB7EEC22C}" srcOrd="3" destOrd="0" parTransId="{BDA605BA-415F-4369-8CA0-A48A94FA4966}" sibTransId="{DA8615C7-A698-4BD5-A619-9DFCB3790EC4}"/>
    <dgm:cxn modelId="{CA377D23-BD65-4DC7-B9D3-C5CB8B89166B}" type="presOf" srcId="{CA64B963-6679-435F-B7F7-DF8BF41C8D1F}" destId="{C3821D6E-AD67-4CB1-9989-79EB2BFB95DE}" srcOrd="1" destOrd="0" presId="urn:microsoft.com/office/officeart/2005/8/layout/list1"/>
    <dgm:cxn modelId="{10ED0129-C896-4FB1-856D-203E007A5845}" type="presOf" srcId="{80F5C6A4-48D7-440B-ACD6-6FE401FEBCEB}" destId="{A28E3D32-31C5-4EE4-98BA-F34E608D0B04}" srcOrd="0" destOrd="0" presId="urn:microsoft.com/office/officeart/2005/8/layout/list1"/>
    <dgm:cxn modelId="{43C0412E-DAAB-44D6-8244-CB610A7EFDAE}" type="presOf" srcId="{25ADFC7C-FB46-4ECE-B602-89676BBB4A38}" destId="{F60FE279-B7E5-4EA4-87C5-F0197DC22A51}" srcOrd="0" destOrd="0" presId="urn:microsoft.com/office/officeart/2005/8/layout/list1"/>
    <dgm:cxn modelId="{626A3E30-3B3E-451B-ADFE-C7498FBDF2D7}" type="presOf" srcId="{9C91D19E-A660-41E8-AB69-6F6F22B6F726}" destId="{5AD9CDC0-964C-4711-A3DA-B6FA4A625242}" srcOrd="0" destOrd="0" presId="urn:microsoft.com/office/officeart/2005/8/layout/list1"/>
    <dgm:cxn modelId="{584EAD32-4E76-419B-B9FC-5C29CA3B3B8F}" type="presOf" srcId="{CA64B963-6679-435F-B7F7-DF8BF41C8D1F}" destId="{1D3B9BF1-2A43-4309-A996-841DB597F54C}" srcOrd="0" destOrd="0" presId="urn:microsoft.com/office/officeart/2005/8/layout/list1"/>
    <dgm:cxn modelId="{978A1536-7754-4BBB-BD3C-8DAFDD5F3256}" type="presOf" srcId="{0344963D-9CFA-4471-A296-86AA2DEF9FF9}" destId="{CCF16D4E-4A78-4F23-85E3-69EC3B09D48C}" srcOrd="1" destOrd="0" presId="urn:microsoft.com/office/officeart/2005/8/layout/list1"/>
    <dgm:cxn modelId="{D8C94189-00DB-45A3-8522-7A83F1FF2691}" type="presOf" srcId="{9C91D19E-A660-41E8-AB69-6F6F22B6F726}" destId="{8B095425-F921-4D7B-BF2F-F63ED39E198C}" srcOrd="1" destOrd="0" presId="urn:microsoft.com/office/officeart/2005/8/layout/list1"/>
    <dgm:cxn modelId="{972FD78B-2306-4465-86EE-3150F4BB98E7}" type="presOf" srcId="{9DC99B91-B7C4-4F24-A886-B09FB7EEC22C}" destId="{169B7CB0-E0AD-402F-A734-1C10F6546AFB}" srcOrd="0" destOrd="0" presId="urn:microsoft.com/office/officeart/2005/8/layout/list1"/>
    <dgm:cxn modelId="{57827C8C-5BAE-49B0-872A-4F4114C972A7}" srcId="{25ADFC7C-FB46-4ECE-B602-89676BBB4A38}" destId="{80F5C6A4-48D7-440B-ACD6-6FE401FEBCEB}" srcOrd="4" destOrd="0" parTransId="{29BB4805-BD17-4E72-BCC2-9FE403CBDC86}" sibTransId="{FEFE2915-ACF1-4802-8F03-A6E11C69E234}"/>
    <dgm:cxn modelId="{A531CAAD-B193-4C88-B11B-FDBA85998D9C}" type="presOf" srcId="{80F5C6A4-48D7-440B-ACD6-6FE401FEBCEB}" destId="{D6835238-B237-4F63-9597-75BED96CD83A}" srcOrd="1" destOrd="0" presId="urn:microsoft.com/office/officeart/2005/8/layout/list1"/>
    <dgm:cxn modelId="{C9B34CBD-BC20-4857-93F3-9C84F01547BF}" type="presOf" srcId="{0344963D-9CFA-4471-A296-86AA2DEF9FF9}" destId="{36C1F389-2A65-477D-A968-710075E5C903}" srcOrd="0" destOrd="0" presId="urn:microsoft.com/office/officeart/2005/8/layout/list1"/>
    <dgm:cxn modelId="{995335E4-9FCB-4B9F-9219-CD43F24B793C}" srcId="{25ADFC7C-FB46-4ECE-B602-89676BBB4A38}" destId="{0344963D-9CFA-4471-A296-86AA2DEF9FF9}" srcOrd="2" destOrd="0" parTransId="{DF4F0878-8469-44DA-A595-AE8FC9C38E8C}" sibTransId="{7894F8D1-334A-44EF-B629-B539E093007E}"/>
    <dgm:cxn modelId="{D15CB0E9-72E1-4E2E-A0CA-0D8FC178739A}" srcId="{25ADFC7C-FB46-4ECE-B602-89676BBB4A38}" destId="{9C91D19E-A660-41E8-AB69-6F6F22B6F726}" srcOrd="0" destOrd="0" parTransId="{C0B5D51E-9EFF-49E1-A282-EDF8C029ED09}" sibTransId="{1E5AC797-A3CE-4BBD-93DF-1C5F50FD828A}"/>
    <dgm:cxn modelId="{5B3411F9-6AB1-4E38-84E9-7E5894EDE4E0}" type="presParOf" srcId="{F60FE279-B7E5-4EA4-87C5-F0197DC22A51}" destId="{2A6C72F7-56A0-49C9-8402-6D651FAA35F2}" srcOrd="0" destOrd="0" presId="urn:microsoft.com/office/officeart/2005/8/layout/list1"/>
    <dgm:cxn modelId="{B8EBD3E5-9689-475E-8FF6-E4D4A9509EB2}" type="presParOf" srcId="{2A6C72F7-56A0-49C9-8402-6D651FAA35F2}" destId="{5AD9CDC0-964C-4711-A3DA-B6FA4A625242}" srcOrd="0" destOrd="0" presId="urn:microsoft.com/office/officeart/2005/8/layout/list1"/>
    <dgm:cxn modelId="{34EC16F3-8AAB-4EC0-BAA4-1662D0E547F8}" type="presParOf" srcId="{2A6C72F7-56A0-49C9-8402-6D651FAA35F2}" destId="{8B095425-F921-4D7B-BF2F-F63ED39E198C}" srcOrd="1" destOrd="0" presId="urn:microsoft.com/office/officeart/2005/8/layout/list1"/>
    <dgm:cxn modelId="{480E308B-4E87-4510-8B0F-F1E804E238AB}" type="presParOf" srcId="{F60FE279-B7E5-4EA4-87C5-F0197DC22A51}" destId="{84681DF9-7257-4C9C-8EA3-D1686FF4B771}" srcOrd="1" destOrd="0" presId="urn:microsoft.com/office/officeart/2005/8/layout/list1"/>
    <dgm:cxn modelId="{E0EF8F76-B817-46C0-B781-0C3259CAA606}" type="presParOf" srcId="{F60FE279-B7E5-4EA4-87C5-F0197DC22A51}" destId="{3E8E6A90-91AE-485F-B84B-5EE4BD32D170}" srcOrd="2" destOrd="0" presId="urn:microsoft.com/office/officeart/2005/8/layout/list1"/>
    <dgm:cxn modelId="{B76828CA-BB55-441C-94FC-C65C78683DB0}" type="presParOf" srcId="{F60FE279-B7E5-4EA4-87C5-F0197DC22A51}" destId="{33A2738C-97CF-4F6C-8BF5-3F51988D9E24}" srcOrd="3" destOrd="0" presId="urn:microsoft.com/office/officeart/2005/8/layout/list1"/>
    <dgm:cxn modelId="{936C3035-F9C0-4157-9F5E-B315DCAE8902}" type="presParOf" srcId="{F60FE279-B7E5-4EA4-87C5-F0197DC22A51}" destId="{132D517C-982D-4957-84C4-C545DF93EEA7}" srcOrd="4" destOrd="0" presId="urn:microsoft.com/office/officeart/2005/8/layout/list1"/>
    <dgm:cxn modelId="{B7693773-6A30-4343-8105-74C5C2F8ADD8}" type="presParOf" srcId="{132D517C-982D-4957-84C4-C545DF93EEA7}" destId="{1D3B9BF1-2A43-4309-A996-841DB597F54C}" srcOrd="0" destOrd="0" presId="urn:microsoft.com/office/officeart/2005/8/layout/list1"/>
    <dgm:cxn modelId="{6F406B90-42B1-4361-B7DA-4287E023C5B3}" type="presParOf" srcId="{132D517C-982D-4957-84C4-C545DF93EEA7}" destId="{C3821D6E-AD67-4CB1-9989-79EB2BFB95DE}" srcOrd="1" destOrd="0" presId="urn:microsoft.com/office/officeart/2005/8/layout/list1"/>
    <dgm:cxn modelId="{25B46E65-D7D1-43E0-B33A-1802F1E8585E}" type="presParOf" srcId="{F60FE279-B7E5-4EA4-87C5-F0197DC22A51}" destId="{8080B785-AE77-4D6F-AFBC-76F546F89605}" srcOrd="5" destOrd="0" presId="urn:microsoft.com/office/officeart/2005/8/layout/list1"/>
    <dgm:cxn modelId="{F9E38FC7-66E6-43FD-B13B-31B0EEFAFDFE}" type="presParOf" srcId="{F60FE279-B7E5-4EA4-87C5-F0197DC22A51}" destId="{58BC634C-7CE1-479D-85DC-C63CDD1A10D5}" srcOrd="6" destOrd="0" presId="urn:microsoft.com/office/officeart/2005/8/layout/list1"/>
    <dgm:cxn modelId="{71E79C6D-43D9-48DC-BC33-30F9257BDA35}" type="presParOf" srcId="{F60FE279-B7E5-4EA4-87C5-F0197DC22A51}" destId="{4B8AC444-A0C5-4AA4-AE2F-74D6DCF3C8E3}" srcOrd="7" destOrd="0" presId="urn:microsoft.com/office/officeart/2005/8/layout/list1"/>
    <dgm:cxn modelId="{570C6E4C-5824-434E-8356-FDD29738CA8A}" type="presParOf" srcId="{F60FE279-B7E5-4EA4-87C5-F0197DC22A51}" destId="{A5D6E314-6564-4C03-B96F-B93FEB62AE3E}" srcOrd="8" destOrd="0" presId="urn:microsoft.com/office/officeart/2005/8/layout/list1"/>
    <dgm:cxn modelId="{810CD60E-81D4-4B01-8F5C-135A2CE44DC9}" type="presParOf" srcId="{A5D6E314-6564-4C03-B96F-B93FEB62AE3E}" destId="{36C1F389-2A65-477D-A968-710075E5C903}" srcOrd="0" destOrd="0" presId="urn:microsoft.com/office/officeart/2005/8/layout/list1"/>
    <dgm:cxn modelId="{32A386E1-C108-4FC6-A368-1EB919FA888D}" type="presParOf" srcId="{A5D6E314-6564-4C03-B96F-B93FEB62AE3E}" destId="{CCF16D4E-4A78-4F23-85E3-69EC3B09D48C}" srcOrd="1" destOrd="0" presId="urn:microsoft.com/office/officeart/2005/8/layout/list1"/>
    <dgm:cxn modelId="{3B12B241-ADD7-4CD9-8611-28356A91829B}" type="presParOf" srcId="{F60FE279-B7E5-4EA4-87C5-F0197DC22A51}" destId="{192DF691-AD51-4822-AEF6-B115ACBE39C9}" srcOrd="9" destOrd="0" presId="urn:microsoft.com/office/officeart/2005/8/layout/list1"/>
    <dgm:cxn modelId="{66AD9846-9691-482B-AF1F-CECCCB18B840}" type="presParOf" srcId="{F60FE279-B7E5-4EA4-87C5-F0197DC22A51}" destId="{618BD1E5-2290-4C0F-98C7-DD98AC464FDD}" srcOrd="10" destOrd="0" presId="urn:microsoft.com/office/officeart/2005/8/layout/list1"/>
    <dgm:cxn modelId="{971CE62C-BD20-481E-8870-4B750EA84029}" type="presParOf" srcId="{F60FE279-B7E5-4EA4-87C5-F0197DC22A51}" destId="{1316EE71-4EB3-4FD3-A4C8-688A0A052235}" srcOrd="11" destOrd="0" presId="urn:microsoft.com/office/officeart/2005/8/layout/list1"/>
    <dgm:cxn modelId="{FC0B2605-DB87-4965-A660-9127F37D6D6B}" type="presParOf" srcId="{F60FE279-B7E5-4EA4-87C5-F0197DC22A51}" destId="{9382B56D-2F1B-4B41-B4E7-36A309B62E14}" srcOrd="12" destOrd="0" presId="urn:microsoft.com/office/officeart/2005/8/layout/list1"/>
    <dgm:cxn modelId="{703E67CB-C219-42D1-94E8-20E257859FEA}" type="presParOf" srcId="{9382B56D-2F1B-4B41-B4E7-36A309B62E14}" destId="{169B7CB0-E0AD-402F-A734-1C10F6546AFB}" srcOrd="0" destOrd="0" presId="urn:microsoft.com/office/officeart/2005/8/layout/list1"/>
    <dgm:cxn modelId="{42853292-A4A1-49FC-A566-3FD4A2198CAD}" type="presParOf" srcId="{9382B56D-2F1B-4B41-B4E7-36A309B62E14}" destId="{A1655C02-0A5D-486A-B3CA-A2CF92EE2EBF}" srcOrd="1" destOrd="0" presId="urn:microsoft.com/office/officeart/2005/8/layout/list1"/>
    <dgm:cxn modelId="{D54378BD-2497-4D49-A099-0577B0EDDEAB}" type="presParOf" srcId="{F60FE279-B7E5-4EA4-87C5-F0197DC22A51}" destId="{D620A624-AC0D-4B03-9B76-50783740BF99}" srcOrd="13" destOrd="0" presId="urn:microsoft.com/office/officeart/2005/8/layout/list1"/>
    <dgm:cxn modelId="{E3DE36D4-58CD-43BD-BDE1-5627674EA127}" type="presParOf" srcId="{F60FE279-B7E5-4EA4-87C5-F0197DC22A51}" destId="{D77BECCC-BED5-4056-84C1-251B701E376A}" srcOrd="14" destOrd="0" presId="urn:microsoft.com/office/officeart/2005/8/layout/list1"/>
    <dgm:cxn modelId="{F01F045E-1EA4-4677-B4CA-6881889588A7}" type="presParOf" srcId="{F60FE279-B7E5-4EA4-87C5-F0197DC22A51}" destId="{D29CDA6F-B273-48D2-ADEB-5DE3C5399F09}" srcOrd="15" destOrd="0" presId="urn:microsoft.com/office/officeart/2005/8/layout/list1"/>
    <dgm:cxn modelId="{FE50727E-8392-4E0D-9F71-441E6F54EB32}" type="presParOf" srcId="{F60FE279-B7E5-4EA4-87C5-F0197DC22A51}" destId="{D90F4C34-F55B-4C36-95F6-57BC5B89E13F}" srcOrd="16" destOrd="0" presId="urn:microsoft.com/office/officeart/2005/8/layout/list1"/>
    <dgm:cxn modelId="{80F6B8FF-2AC4-4AF6-A44D-CEA33F307E03}" type="presParOf" srcId="{D90F4C34-F55B-4C36-95F6-57BC5B89E13F}" destId="{A28E3D32-31C5-4EE4-98BA-F34E608D0B04}" srcOrd="0" destOrd="0" presId="urn:microsoft.com/office/officeart/2005/8/layout/list1"/>
    <dgm:cxn modelId="{7E33855B-4B21-4244-951A-A7BFF4712B72}" type="presParOf" srcId="{D90F4C34-F55B-4C36-95F6-57BC5B89E13F}" destId="{D6835238-B237-4F63-9597-75BED96CD83A}" srcOrd="1" destOrd="0" presId="urn:microsoft.com/office/officeart/2005/8/layout/list1"/>
    <dgm:cxn modelId="{C1DE76E0-A520-420B-9571-388CA796330F}" type="presParOf" srcId="{F60FE279-B7E5-4EA4-87C5-F0197DC22A51}" destId="{51441895-5DD9-4C83-AD79-6E86845F98EF}" srcOrd="17" destOrd="0" presId="urn:microsoft.com/office/officeart/2005/8/layout/list1"/>
    <dgm:cxn modelId="{C2FAE5B1-7DB0-4BA7-A6A5-154E4F16626B}" type="presParOf" srcId="{F60FE279-B7E5-4EA4-87C5-F0197DC22A51}" destId="{AF8E9E8E-8C82-40D9-AC5D-6EB4F5DE170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5AA0367-F2D8-4D12-AA76-2C954F771F5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E87A82-951A-4012-A7BA-9C1EE32835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Analyzed relationships between:</a:t>
          </a:r>
          <a:endParaRPr lang="en-US"/>
        </a:p>
      </dgm:t>
    </dgm:pt>
    <dgm:pt modelId="{9935948B-7956-41EF-9864-D253AA86EB25}" type="parTrans" cxnId="{B40455D5-3E10-4D79-88B2-2D94B585E61A}">
      <dgm:prSet/>
      <dgm:spPr/>
      <dgm:t>
        <a:bodyPr/>
        <a:lstStyle/>
        <a:p>
          <a:endParaRPr lang="en-US"/>
        </a:p>
      </dgm:t>
    </dgm:pt>
    <dgm:pt modelId="{184DA6EF-A471-415A-8DAE-3AEE62C2FBEF}" type="sibTrans" cxnId="{B40455D5-3E10-4D79-88B2-2D94B585E61A}">
      <dgm:prSet/>
      <dgm:spPr/>
      <dgm:t>
        <a:bodyPr/>
        <a:lstStyle/>
        <a:p>
          <a:endParaRPr lang="en-US"/>
        </a:p>
      </dgm:t>
    </dgm:pt>
    <dgm:pt modelId="{B49C952B-BE0F-47C0-BACB-656FF66742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Lead Time &amp; Cancellation</a:t>
          </a:r>
          <a:endParaRPr lang="en-US"/>
        </a:p>
      </dgm:t>
    </dgm:pt>
    <dgm:pt modelId="{81CBDC6A-34C7-4765-98FA-F896C5DE05DB}" type="parTrans" cxnId="{25E11FDF-873D-4056-84E5-68BF39FA8E92}">
      <dgm:prSet/>
      <dgm:spPr/>
      <dgm:t>
        <a:bodyPr/>
        <a:lstStyle/>
        <a:p>
          <a:endParaRPr lang="en-US"/>
        </a:p>
      </dgm:t>
    </dgm:pt>
    <dgm:pt modelId="{5185A3B6-657C-47CA-8475-1526262471AD}" type="sibTrans" cxnId="{25E11FDF-873D-4056-84E5-68BF39FA8E92}">
      <dgm:prSet/>
      <dgm:spPr/>
      <dgm:t>
        <a:bodyPr/>
        <a:lstStyle/>
        <a:p>
          <a:endParaRPr lang="en-US"/>
        </a:p>
      </dgm:t>
    </dgm:pt>
    <dgm:pt modelId="{8EAB3C01-F540-4BB2-A304-B05D40F104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ADR &amp; Cancellation</a:t>
          </a:r>
          <a:endParaRPr lang="en-US"/>
        </a:p>
      </dgm:t>
    </dgm:pt>
    <dgm:pt modelId="{4A1FA819-C3AA-4758-97BA-6A82DDBAE148}" type="parTrans" cxnId="{447A0B4A-75FB-499C-B5AC-C0FF575E3EC6}">
      <dgm:prSet/>
      <dgm:spPr/>
      <dgm:t>
        <a:bodyPr/>
        <a:lstStyle/>
        <a:p>
          <a:endParaRPr lang="en-US"/>
        </a:p>
      </dgm:t>
    </dgm:pt>
    <dgm:pt modelId="{249EFF40-5C6A-44A2-BE26-EC9803593F8B}" type="sibTrans" cxnId="{447A0B4A-75FB-499C-B5AC-C0FF575E3EC6}">
      <dgm:prSet/>
      <dgm:spPr/>
      <dgm:t>
        <a:bodyPr/>
        <a:lstStyle/>
        <a:p>
          <a:endParaRPr lang="en-US"/>
        </a:p>
      </dgm:t>
    </dgm:pt>
    <dgm:pt modelId="{DBD72204-A3DE-491F-A7C3-F7B0AB8986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Deposit Type &amp; Cancellation</a:t>
          </a:r>
          <a:endParaRPr lang="en-US"/>
        </a:p>
      </dgm:t>
    </dgm:pt>
    <dgm:pt modelId="{FA44B4B4-D8F5-4D40-BE26-F4B2E88EA7A9}" type="parTrans" cxnId="{25F5BFEA-6FB1-4223-829F-BB42E839CB62}">
      <dgm:prSet/>
      <dgm:spPr/>
      <dgm:t>
        <a:bodyPr/>
        <a:lstStyle/>
        <a:p>
          <a:endParaRPr lang="en-US"/>
        </a:p>
      </dgm:t>
    </dgm:pt>
    <dgm:pt modelId="{ABB4C09D-0137-4D63-8CE6-0A1CDDB00DA9}" type="sibTrans" cxnId="{25F5BFEA-6FB1-4223-829F-BB42E839CB62}">
      <dgm:prSet/>
      <dgm:spPr/>
      <dgm:t>
        <a:bodyPr/>
        <a:lstStyle/>
        <a:p>
          <a:endParaRPr lang="en-US"/>
        </a:p>
      </dgm:t>
    </dgm:pt>
    <dgm:pt modelId="{2420A1F4-5269-4277-9C47-13CC82505617}" type="pres">
      <dgm:prSet presAssocID="{55AA0367-F2D8-4D12-AA76-2C954F771F59}" presName="root" presStyleCnt="0">
        <dgm:presLayoutVars>
          <dgm:dir/>
          <dgm:resizeHandles val="exact"/>
        </dgm:presLayoutVars>
      </dgm:prSet>
      <dgm:spPr/>
    </dgm:pt>
    <dgm:pt modelId="{91AE7ACB-5425-47B3-B0F9-E22AC29CADEB}" type="pres">
      <dgm:prSet presAssocID="{20E87A82-951A-4012-A7BA-9C1EE3283502}" presName="compNode" presStyleCnt="0"/>
      <dgm:spPr/>
    </dgm:pt>
    <dgm:pt modelId="{6EAB5870-569E-45C8-AFD7-0ADAD63C62EB}" type="pres">
      <dgm:prSet presAssocID="{20E87A82-951A-4012-A7BA-9C1EE3283502}" presName="bgRect" presStyleLbl="bgShp" presStyleIdx="0" presStyleCnt="4"/>
      <dgm:spPr/>
    </dgm:pt>
    <dgm:pt modelId="{A2F6C1C3-D50F-4855-8864-9197E44F735F}" type="pres">
      <dgm:prSet presAssocID="{20E87A82-951A-4012-A7BA-9C1EE328350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4E57C03-7FD7-4A47-8335-14421E209BC1}" type="pres">
      <dgm:prSet presAssocID="{20E87A82-951A-4012-A7BA-9C1EE3283502}" presName="spaceRect" presStyleCnt="0"/>
      <dgm:spPr/>
    </dgm:pt>
    <dgm:pt modelId="{87DBD6C8-3631-4EB2-923C-F1361F43F243}" type="pres">
      <dgm:prSet presAssocID="{20E87A82-951A-4012-A7BA-9C1EE3283502}" presName="parTx" presStyleLbl="revTx" presStyleIdx="0" presStyleCnt="4">
        <dgm:presLayoutVars>
          <dgm:chMax val="0"/>
          <dgm:chPref val="0"/>
        </dgm:presLayoutVars>
      </dgm:prSet>
      <dgm:spPr/>
    </dgm:pt>
    <dgm:pt modelId="{271E10E7-2FCD-4098-BBC7-554106D31359}" type="pres">
      <dgm:prSet presAssocID="{184DA6EF-A471-415A-8DAE-3AEE62C2FBEF}" presName="sibTrans" presStyleCnt="0"/>
      <dgm:spPr/>
    </dgm:pt>
    <dgm:pt modelId="{5AC34653-1064-48A4-828E-5C6442C1C6F6}" type="pres">
      <dgm:prSet presAssocID="{B49C952B-BE0F-47C0-BACB-656FF667421E}" presName="compNode" presStyleCnt="0"/>
      <dgm:spPr/>
    </dgm:pt>
    <dgm:pt modelId="{DC0FEECD-081C-44F1-B075-DF51C2CF329B}" type="pres">
      <dgm:prSet presAssocID="{B49C952B-BE0F-47C0-BACB-656FF667421E}" presName="bgRect" presStyleLbl="bgShp" presStyleIdx="1" presStyleCnt="4"/>
      <dgm:spPr/>
    </dgm:pt>
    <dgm:pt modelId="{50B01470-88F6-471A-9C9C-630EC28A3618}" type="pres">
      <dgm:prSet presAssocID="{B49C952B-BE0F-47C0-BACB-656FF667421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E1B8908-4C9B-47E7-A813-06B5DC590DAC}" type="pres">
      <dgm:prSet presAssocID="{B49C952B-BE0F-47C0-BACB-656FF667421E}" presName="spaceRect" presStyleCnt="0"/>
      <dgm:spPr/>
    </dgm:pt>
    <dgm:pt modelId="{9FD55820-59A8-4469-A310-84E05CA182E2}" type="pres">
      <dgm:prSet presAssocID="{B49C952B-BE0F-47C0-BACB-656FF667421E}" presName="parTx" presStyleLbl="revTx" presStyleIdx="1" presStyleCnt="4">
        <dgm:presLayoutVars>
          <dgm:chMax val="0"/>
          <dgm:chPref val="0"/>
        </dgm:presLayoutVars>
      </dgm:prSet>
      <dgm:spPr/>
    </dgm:pt>
    <dgm:pt modelId="{4A0B800F-1170-4E31-9B08-FDA6E3452831}" type="pres">
      <dgm:prSet presAssocID="{5185A3B6-657C-47CA-8475-1526262471AD}" presName="sibTrans" presStyleCnt="0"/>
      <dgm:spPr/>
    </dgm:pt>
    <dgm:pt modelId="{B6D088DC-9A6B-4BF8-95E6-72FC7098768B}" type="pres">
      <dgm:prSet presAssocID="{8EAB3C01-F540-4BB2-A304-B05D40F104C9}" presName="compNode" presStyleCnt="0"/>
      <dgm:spPr/>
    </dgm:pt>
    <dgm:pt modelId="{83365F8C-BC25-4A7F-BECD-5596751C3775}" type="pres">
      <dgm:prSet presAssocID="{8EAB3C01-F540-4BB2-A304-B05D40F104C9}" presName="bgRect" presStyleLbl="bgShp" presStyleIdx="2" presStyleCnt="4"/>
      <dgm:spPr/>
    </dgm:pt>
    <dgm:pt modelId="{BDBB471C-364C-4688-8EED-78196FE6111A}" type="pres">
      <dgm:prSet presAssocID="{8EAB3C01-F540-4BB2-A304-B05D40F104C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BC03B774-722C-44CD-8750-5197973EDC16}" type="pres">
      <dgm:prSet presAssocID="{8EAB3C01-F540-4BB2-A304-B05D40F104C9}" presName="spaceRect" presStyleCnt="0"/>
      <dgm:spPr/>
    </dgm:pt>
    <dgm:pt modelId="{BAE7F676-58EB-4DD3-B340-28482C3A21A9}" type="pres">
      <dgm:prSet presAssocID="{8EAB3C01-F540-4BB2-A304-B05D40F104C9}" presName="parTx" presStyleLbl="revTx" presStyleIdx="2" presStyleCnt="4">
        <dgm:presLayoutVars>
          <dgm:chMax val="0"/>
          <dgm:chPref val="0"/>
        </dgm:presLayoutVars>
      </dgm:prSet>
      <dgm:spPr/>
    </dgm:pt>
    <dgm:pt modelId="{6C2BB626-3B17-4C4D-9969-A9025B744D1A}" type="pres">
      <dgm:prSet presAssocID="{249EFF40-5C6A-44A2-BE26-EC9803593F8B}" presName="sibTrans" presStyleCnt="0"/>
      <dgm:spPr/>
    </dgm:pt>
    <dgm:pt modelId="{2623CC99-AE0B-4239-B6F9-F38B6D720553}" type="pres">
      <dgm:prSet presAssocID="{DBD72204-A3DE-491F-A7C3-F7B0AB8986A8}" presName="compNode" presStyleCnt="0"/>
      <dgm:spPr/>
    </dgm:pt>
    <dgm:pt modelId="{BD567A6F-07C7-4C44-817A-43ED6E1C63FB}" type="pres">
      <dgm:prSet presAssocID="{DBD72204-A3DE-491F-A7C3-F7B0AB8986A8}" presName="bgRect" presStyleLbl="bgShp" presStyleIdx="3" presStyleCnt="4"/>
      <dgm:spPr/>
    </dgm:pt>
    <dgm:pt modelId="{DE6DA0F1-8BF3-4A66-B168-BF5F2EAD2DC8}" type="pres">
      <dgm:prSet presAssocID="{DBD72204-A3DE-491F-A7C3-F7B0AB8986A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A48F0E0D-7B2A-416C-A611-9623F0B2AEB7}" type="pres">
      <dgm:prSet presAssocID="{DBD72204-A3DE-491F-A7C3-F7B0AB8986A8}" presName="spaceRect" presStyleCnt="0"/>
      <dgm:spPr/>
    </dgm:pt>
    <dgm:pt modelId="{76D81870-1A79-4908-A134-692FD46D38E7}" type="pres">
      <dgm:prSet presAssocID="{DBD72204-A3DE-491F-A7C3-F7B0AB8986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417808-2D3F-4242-B048-74495509DA4B}" type="presOf" srcId="{20E87A82-951A-4012-A7BA-9C1EE3283502}" destId="{87DBD6C8-3631-4EB2-923C-F1361F43F243}" srcOrd="0" destOrd="0" presId="urn:microsoft.com/office/officeart/2018/2/layout/IconVerticalSolidList"/>
    <dgm:cxn modelId="{A88D9727-F6F3-4E19-B304-8B9424DE593B}" type="presOf" srcId="{55AA0367-F2D8-4D12-AA76-2C954F771F59}" destId="{2420A1F4-5269-4277-9C47-13CC82505617}" srcOrd="0" destOrd="0" presId="urn:microsoft.com/office/officeart/2018/2/layout/IconVerticalSolidList"/>
    <dgm:cxn modelId="{4A9D5936-AC6D-44CD-9791-ABEE5A3AC7FC}" type="presOf" srcId="{B49C952B-BE0F-47C0-BACB-656FF667421E}" destId="{9FD55820-59A8-4469-A310-84E05CA182E2}" srcOrd="0" destOrd="0" presId="urn:microsoft.com/office/officeart/2018/2/layout/IconVerticalSolidList"/>
    <dgm:cxn modelId="{447A0B4A-75FB-499C-B5AC-C0FF575E3EC6}" srcId="{55AA0367-F2D8-4D12-AA76-2C954F771F59}" destId="{8EAB3C01-F540-4BB2-A304-B05D40F104C9}" srcOrd="2" destOrd="0" parTransId="{4A1FA819-C3AA-4758-97BA-6A82DDBAE148}" sibTransId="{249EFF40-5C6A-44A2-BE26-EC9803593F8B}"/>
    <dgm:cxn modelId="{3A6E7D89-71E0-4324-93AE-9BD6158F4932}" type="presOf" srcId="{8EAB3C01-F540-4BB2-A304-B05D40F104C9}" destId="{BAE7F676-58EB-4DD3-B340-28482C3A21A9}" srcOrd="0" destOrd="0" presId="urn:microsoft.com/office/officeart/2018/2/layout/IconVerticalSolidList"/>
    <dgm:cxn modelId="{799603B8-F3DC-4F4E-B6CB-92AB491C1991}" type="presOf" srcId="{DBD72204-A3DE-491F-A7C3-F7B0AB8986A8}" destId="{76D81870-1A79-4908-A134-692FD46D38E7}" srcOrd="0" destOrd="0" presId="urn:microsoft.com/office/officeart/2018/2/layout/IconVerticalSolidList"/>
    <dgm:cxn modelId="{B40455D5-3E10-4D79-88B2-2D94B585E61A}" srcId="{55AA0367-F2D8-4D12-AA76-2C954F771F59}" destId="{20E87A82-951A-4012-A7BA-9C1EE3283502}" srcOrd="0" destOrd="0" parTransId="{9935948B-7956-41EF-9864-D253AA86EB25}" sibTransId="{184DA6EF-A471-415A-8DAE-3AEE62C2FBEF}"/>
    <dgm:cxn modelId="{25E11FDF-873D-4056-84E5-68BF39FA8E92}" srcId="{55AA0367-F2D8-4D12-AA76-2C954F771F59}" destId="{B49C952B-BE0F-47C0-BACB-656FF667421E}" srcOrd="1" destOrd="0" parTransId="{81CBDC6A-34C7-4765-98FA-F896C5DE05DB}" sibTransId="{5185A3B6-657C-47CA-8475-1526262471AD}"/>
    <dgm:cxn modelId="{25F5BFEA-6FB1-4223-829F-BB42E839CB62}" srcId="{55AA0367-F2D8-4D12-AA76-2C954F771F59}" destId="{DBD72204-A3DE-491F-A7C3-F7B0AB8986A8}" srcOrd="3" destOrd="0" parTransId="{FA44B4B4-D8F5-4D40-BE26-F4B2E88EA7A9}" sibTransId="{ABB4C09D-0137-4D63-8CE6-0A1CDDB00DA9}"/>
    <dgm:cxn modelId="{C4E1A12C-1E1A-4A10-B99F-7F50C4EA1AF0}" type="presParOf" srcId="{2420A1F4-5269-4277-9C47-13CC82505617}" destId="{91AE7ACB-5425-47B3-B0F9-E22AC29CADEB}" srcOrd="0" destOrd="0" presId="urn:microsoft.com/office/officeart/2018/2/layout/IconVerticalSolidList"/>
    <dgm:cxn modelId="{7FD425F8-AF16-40D6-93F6-479A71D15B9A}" type="presParOf" srcId="{91AE7ACB-5425-47B3-B0F9-E22AC29CADEB}" destId="{6EAB5870-569E-45C8-AFD7-0ADAD63C62EB}" srcOrd="0" destOrd="0" presId="urn:microsoft.com/office/officeart/2018/2/layout/IconVerticalSolidList"/>
    <dgm:cxn modelId="{9380501B-8D8E-49BE-AAC7-EA6174D72266}" type="presParOf" srcId="{91AE7ACB-5425-47B3-B0F9-E22AC29CADEB}" destId="{A2F6C1C3-D50F-4855-8864-9197E44F735F}" srcOrd="1" destOrd="0" presId="urn:microsoft.com/office/officeart/2018/2/layout/IconVerticalSolidList"/>
    <dgm:cxn modelId="{E0052877-7464-4268-9853-A87A027FC91B}" type="presParOf" srcId="{91AE7ACB-5425-47B3-B0F9-E22AC29CADEB}" destId="{74E57C03-7FD7-4A47-8335-14421E209BC1}" srcOrd="2" destOrd="0" presId="urn:microsoft.com/office/officeart/2018/2/layout/IconVerticalSolidList"/>
    <dgm:cxn modelId="{87D71F1E-A699-443C-8A30-CB4E8BE4C1F5}" type="presParOf" srcId="{91AE7ACB-5425-47B3-B0F9-E22AC29CADEB}" destId="{87DBD6C8-3631-4EB2-923C-F1361F43F243}" srcOrd="3" destOrd="0" presId="urn:microsoft.com/office/officeart/2018/2/layout/IconVerticalSolidList"/>
    <dgm:cxn modelId="{C893646B-5585-4477-88BE-A355EE11CA66}" type="presParOf" srcId="{2420A1F4-5269-4277-9C47-13CC82505617}" destId="{271E10E7-2FCD-4098-BBC7-554106D31359}" srcOrd="1" destOrd="0" presId="urn:microsoft.com/office/officeart/2018/2/layout/IconVerticalSolidList"/>
    <dgm:cxn modelId="{67115A59-4C6A-412E-A9D8-18635E1FA172}" type="presParOf" srcId="{2420A1F4-5269-4277-9C47-13CC82505617}" destId="{5AC34653-1064-48A4-828E-5C6442C1C6F6}" srcOrd="2" destOrd="0" presId="urn:microsoft.com/office/officeart/2018/2/layout/IconVerticalSolidList"/>
    <dgm:cxn modelId="{919507F2-6B5A-46C1-912F-04EA71761028}" type="presParOf" srcId="{5AC34653-1064-48A4-828E-5C6442C1C6F6}" destId="{DC0FEECD-081C-44F1-B075-DF51C2CF329B}" srcOrd="0" destOrd="0" presId="urn:microsoft.com/office/officeart/2018/2/layout/IconVerticalSolidList"/>
    <dgm:cxn modelId="{DC8B89CE-14A2-4380-9042-4EC5EB1807AC}" type="presParOf" srcId="{5AC34653-1064-48A4-828E-5C6442C1C6F6}" destId="{50B01470-88F6-471A-9C9C-630EC28A3618}" srcOrd="1" destOrd="0" presId="urn:microsoft.com/office/officeart/2018/2/layout/IconVerticalSolidList"/>
    <dgm:cxn modelId="{A3BB38D8-B126-4202-A4D4-F5BD3BBEA6D9}" type="presParOf" srcId="{5AC34653-1064-48A4-828E-5C6442C1C6F6}" destId="{6E1B8908-4C9B-47E7-A813-06B5DC590DAC}" srcOrd="2" destOrd="0" presId="urn:microsoft.com/office/officeart/2018/2/layout/IconVerticalSolidList"/>
    <dgm:cxn modelId="{BA6C9D69-1F94-47A3-B4C6-7C350DD47B30}" type="presParOf" srcId="{5AC34653-1064-48A4-828E-5C6442C1C6F6}" destId="{9FD55820-59A8-4469-A310-84E05CA182E2}" srcOrd="3" destOrd="0" presId="urn:microsoft.com/office/officeart/2018/2/layout/IconVerticalSolidList"/>
    <dgm:cxn modelId="{7607078A-18DF-49F5-BBFF-ECFA8E9ACF79}" type="presParOf" srcId="{2420A1F4-5269-4277-9C47-13CC82505617}" destId="{4A0B800F-1170-4E31-9B08-FDA6E3452831}" srcOrd="3" destOrd="0" presId="urn:microsoft.com/office/officeart/2018/2/layout/IconVerticalSolidList"/>
    <dgm:cxn modelId="{C9585D33-239D-4C57-9DAC-170F0247EB6C}" type="presParOf" srcId="{2420A1F4-5269-4277-9C47-13CC82505617}" destId="{B6D088DC-9A6B-4BF8-95E6-72FC7098768B}" srcOrd="4" destOrd="0" presId="urn:microsoft.com/office/officeart/2018/2/layout/IconVerticalSolidList"/>
    <dgm:cxn modelId="{A44C7269-D1DD-41B3-A931-03F5C4517C71}" type="presParOf" srcId="{B6D088DC-9A6B-4BF8-95E6-72FC7098768B}" destId="{83365F8C-BC25-4A7F-BECD-5596751C3775}" srcOrd="0" destOrd="0" presId="urn:microsoft.com/office/officeart/2018/2/layout/IconVerticalSolidList"/>
    <dgm:cxn modelId="{104823E5-92CC-4390-82D6-E51956ADC92D}" type="presParOf" srcId="{B6D088DC-9A6B-4BF8-95E6-72FC7098768B}" destId="{BDBB471C-364C-4688-8EED-78196FE6111A}" srcOrd="1" destOrd="0" presId="urn:microsoft.com/office/officeart/2018/2/layout/IconVerticalSolidList"/>
    <dgm:cxn modelId="{942E9B1A-8AF4-4B0C-BCAF-EB791C84863B}" type="presParOf" srcId="{B6D088DC-9A6B-4BF8-95E6-72FC7098768B}" destId="{BC03B774-722C-44CD-8750-5197973EDC16}" srcOrd="2" destOrd="0" presId="urn:microsoft.com/office/officeart/2018/2/layout/IconVerticalSolidList"/>
    <dgm:cxn modelId="{AF098236-E6DE-406C-A2E3-4B38E5AF67F5}" type="presParOf" srcId="{B6D088DC-9A6B-4BF8-95E6-72FC7098768B}" destId="{BAE7F676-58EB-4DD3-B340-28482C3A21A9}" srcOrd="3" destOrd="0" presId="urn:microsoft.com/office/officeart/2018/2/layout/IconVerticalSolidList"/>
    <dgm:cxn modelId="{9F613CB2-AF13-448B-9045-53E379E0DC96}" type="presParOf" srcId="{2420A1F4-5269-4277-9C47-13CC82505617}" destId="{6C2BB626-3B17-4C4D-9969-A9025B744D1A}" srcOrd="5" destOrd="0" presId="urn:microsoft.com/office/officeart/2018/2/layout/IconVerticalSolidList"/>
    <dgm:cxn modelId="{468935E0-4716-4C1D-88F9-3021FEC4FCEA}" type="presParOf" srcId="{2420A1F4-5269-4277-9C47-13CC82505617}" destId="{2623CC99-AE0B-4239-B6F9-F38B6D720553}" srcOrd="6" destOrd="0" presId="urn:microsoft.com/office/officeart/2018/2/layout/IconVerticalSolidList"/>
    <dgm:cxn modelId="{18104131-FEE0-40E2-B780-99A19E6B285B}" type="presParOf" srcId="{2623CC99-AE0B-4239-B6F9-F38B6D720553}" destId="{BD567A6F-07C7-4C44-817A-43ED6E1C63FB}" srcOrd="0" destOrd="0" presId="urn:microsoft.com/office/officeart/2018/2/layout/IconVerticalSolidList"/>
    <dgm:cxn modelId="{AF7890B1-CE52-4F36-A261-C3D344113E6C}" type="presParOf" srcId="{2623CC99-AE0B-4239-B6F9-F38B6D720553}" destId="{DE6DA0F1-8BF3-4A66-B168-BF5F2EAD2DC8}" srcOrd="1" destOrd="0" presId="urn:microsoft.com/office/officeart/2018/2/layout/IconVerticalSolidList"/>
    <dgm:cxn modelId="{1258FA0C-F0EB-43C8-8E8E-AC3A9AEC0A21}" type="presParOf" srcId="{2623CC99-AE0B-4239-B6F9-F38B6D720553}" destId="{A48F0E0D-7B2A-416C-A611-9623F0B2AEB7}" srcOrd="2" destOrd="0" presId="urn:microsoft.com/office/officeart/2018/2/layout/IconVerticalSolidList"/>
    <dgm:cxn modelId="{E66A70F7-AB3E-4416-88C3-9CA39BA66234}" type="presParOf" srcId="{2623CC99-AE0B-4239-B6F9-F38B6D720553}" destId="{76D81870-1A79-4908-A134-692FD46D38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7762C8-121B-467A-B61B-DCFDF75A8A51}">
      <dsp:nvSpPr>
        <dsp:cNvPr id="0" name=""/>
        <dsp:cNvSpPr/>
      </dsp:nvSpPr>
      <dsp:spPr>
        <a:xfrm>
          <a:off x="1097934" y="657579"/>
          <a:ext cx="1695937" cy="1695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A64BF-BA66-417B-BA3E-3D7AD2898EC6}">
      <dsp:nvSpPr>
        <dsp:cNvPr id="0" name=""/>
        <dsp:cNvSpPr/>
      </dsp:nvSpPr>
      <dsp:spPr>
        <a:xfrm>
          <a:off x="61527" y="2780084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Goal: Analyze hotel booking data to reduce cancellations and improve pricing decisions.</a:t>
          </a:r>
          <a:endParaRPr lang="en-US" sz="1700" kern="1200"/>
        </a:p>
      </dsp:txBody>
      <dsp:txXfrm>
        <a:off x="61527" y="2780084"/>
        <a:ext cx="3768750" cy="720000"/>
      </dsp:txXfrm>
    </dsp:sp>
    <dsp:sp modelId="{5B34CF84-92A3-49FF-BA08-32D9D6322037}">
      <dsp:nvSpPr>
        <dsp:cNvPr id="0" name=""/>
        <dsp:cNvSpPr/>
      </dsp:nvSpPr>
      <dsp:spPr>
        <a:xfrm>
          <a:off x="5526215" y="657579"/>
          <a:ext cx="1695937" cy="1695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175BB-4CF6-4969-9447-B645544FBF5F}">
      <dsp:nvSpPr>
        <dsp:cNvPr id="0" name=""/>
        <dsp:cNvSpPr/>
      </dsp:nvSpPr>
      <dsp:spPr>
        <a:xfrm>
          <a:off x="4489809" y="2780084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Tools: Python, Pandas, NumPy, Matplotlib, Seaborn, GitHub.</a:t>
          </a:r>
          <a:endParaRPr lang="en-US" sz="1700" kern="1200"/>
        </a:p>
      </dsp:txBody>
      <dsp:txXfrm>
        <a:off x="4489809" y="2780084"/>
        <a:ext cx="37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5D2D2-6600-4474-800C-2807AC6A8566}">
      <dsp:nvSpPr>
        <dsp:cNvPr id="0" name=""/>
        <dsp:cNvSpPr/>
      </dsp:nvSpPr>
      <dsp:spPr>
        <a:xfrm>
          <a:off x="0" y="894261"/>
          <a:ext cx="4395818" cy="16509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D3F248-BEC0-44A0-862A-E9D9EFAA05DE}">
      <dsp:nvSpPr>
        <dsp:cNvPr id="0" name=""/>
        <dsp:cNvSpPr/>
      </dsp:nvSpPr>
      <dsp:spPr>
        <a:xfrm>
          <a:off x="499410" y="1265724"/>
          <a:ext cx="908019" cy="9080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448D1-6CBA-47D3-ACC5-D063DF333768}">
      <dsp:nvSpPr>
        <dsp:cNvPr id="0" name=""/>
        <dsp:cNvSpPr/>
      </dsp:nvSpPr>
      <dsp:spPr>
        <a:xfrm>
          <a:off x="1906841" y="894261"/>
          <a:ext cx="2488976" cy="165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725" tIns="174725" rIns="174725" bIns="17472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Sample fields:</a:t>
          </a:r>
          <a:endParaRPr lang="en-US" sz="1800" kern="1200"/>
        </a:p>
      </dsp:txBody>
      <dsp:txXfrm>
        <a:off x="1906841" y="894261"/>
        <a:ext cx="2488976" cy="1650945"/>
      </dsp:txXfrm>
    </dsp:sp>
    <dsp:sp modelId="{995B0F30-2AE7-4928-BD68-72EBF21B41C1}">
      <dsp:nvSpPr>
        <dsp:cNvPr id="0" name=""/>
        <dsp:cNvSpPr/>
      </dsp:nvSpPr>
      <dsp:spPr>
        <a:xfrm>
          <a:off x="0" y="2957943"/>
          <a:ext cx="4395818" cy="16509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54C76-CA41-41D0-865D-3AF56046E17B}">
      <dsp:nvSpPr>
        <dsp:cNvPr id="0" name=""/>
        <dsp:cNvSpPr/>
      </dsp:nvSpPr>
      <dsp:spPr>
        <a:xfrm>
          <a:off x="499410" y="3329405"/>
          <a:ext cx="908019" cy="9080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DF270-1771-4462-9CA6-3BA3E108665C}">
      <dsp:nvSpPr>
        <dsp:cNvPr id="0" name=""/>
        <dsp:cNvSpPr/>
      </dsp:nvSpPr>
      <dsp:spPr>
        <a:xfrm>
          <a:off x="1906841" y="2957943"/>
          <a:ext cx="2488976" cy="165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725" tIns="174725" rIns="174725" bIns="17472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Hotel, ADR, Lead Time, Country, Deposit Type, Customer Type, Is_Canceled</a:t>
          </a:r>
          <a:endParaRPr lang="en-US" sz="1800" kern="1200"/>
        </a:p>
      </dsp:txBody>
      <dsp:txXfrm>
        <a:off x="1906841" y="2957943"/>
        <a:ext cx="2488976" cy="16509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776CF-9612-4EE9-9AA5-BC7DE9072791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AC3D4-AAA2-453E-83B0-8AFF37AC523F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87A5F-4B41-405A-987C-02BF432E38B0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Created new features:</a:t>
          </a:r>
          <a:endParaRPr lang="en-US" sz="1900" kern="1200"/>
        </a:p>
      </dsp:txBody>
      <dsp:txXfrm>
        <a:off x="1074268" y="4366"/>
        <a:ext cx="3609680" cy="930102"/>
      </dsp:txXfrm>
    </dsp:sp>
    <dsp:sp modelId="{93555CB6-9060-45AD-A47B-117FEF5C9D1E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BCC8D-D5EB-4ACB-B424-926EAB3FDB7D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2FC73-B7C8-4DC9-837B-9D4D704EC8A2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Total Stay Duration</a:t>
          </a:r>
          <a:endParaRPr lang="en-US" sz="1900" kern="1200"/>
        </a:p>
      </dsp:txBody>
      <dsp:txXfrm>
        <a:off x="1074268" y="1166994"/>
        <a:ext cx="3609680" cy="930102"/>
      </dsp:txXfrm>
    </dsp:sp>
    <dsp:sp modelId="{2B67C90D-C39B-4599-8733-16D04278E5D4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69323-1D55-4D90-AA7B-9E28A99A564A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45B39-E75D-4191-801D-13DEE0D6111D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Total Guests</a:t>
          </a:r>
          <a:endParaRPr lang="en-US" sz="1900" kern="1200"/>
        </a:p>
      </dsp:txBody>
      <dsp:txXfrm>
        <a:off x="1074268" y="2329622"/>
        <a:ext cx="3609680" cy="930102"/>
      </dsp:txXfrm>
    </dsp:sp>
    <dsp:sp modelId="{708B3CEE-A698-4EC8-B071-2900B45DC959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D97932-6114-49FE-976B-1B2383DD71DE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D0183-1E9E-4B65-90EA-A4BCA9AA6A26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Booking Lead Time Categories</a:t>
          </a:r>
          <a:endParaRPr lang="en-US" sz="1900" kern="1200"/>
        </a:p>
      </dsp:txBody>
      <dsp:txXfrm>
        <a:off x="1074268" y="3492250"/>
        <a:ext cx="3609680" cy="930102"/>
      </dsp:txXfrm>
    </dsp:sp>
    <dsp:sp modelId="{B71DB21A-5131-49EB-A41F-580AC604E5DD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4EB74-D1B8-4BB2-BE3A-2EA528441C7B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BB482-6375-4E53-9745-9A259CA5ED5A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Seasonal Labels</a:t>
          </a:r>
          <a:endParaRPr lang="en-US" sz="1900" kern="1200"/>
        </a:p>
      </dsp:txBody>
      <dsp:txXfrm>
        <a:off x="1074268" y="4654878"/>
        <a:ext cx="3609680" cy="9301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3EE43-BF59-4F1E-A3E9-835FF3AEF297}">
      <dsp:nvSpPr>
        <dsp:cNvPr id="0" name=""/>
        <dsp:cNvSpPr/>
      </dsp:nvSpPr>
      <dsp:spPr>
        <a:xfrm>
          <a:off x="376435" y="7647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72D71-CC0F-48EB-A9C8-31774AC2AED5}">
      <dsp:nvSpPr>
        <dsp:cNvPr id="0" name=""/>
        <dsp:cNvSpPr/>
      </dsp:nvSpPr>
      <dsp:spPr>
        <a:xfrm>
          <a:off x="610435" y="9987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35AA8-48A2-4957-8B88-015AC557F7A3}">
      <dsp:nvSpPr>
        <dsp:cNvPr id="0" name=""/>
        <dsp:cNvSpPr/>
      </dsp:nvSpPr>
      <dsp:spPr>
        <a:xfrm>
          <a:off x="2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Exploratory Data Analysis (EDA)</a:t>
          </a:r>
          <a:endParaRPr lang="en-US" sz="1700" kern="1200"/>
        </a:p>
      </dsp:txBody>
      <dsp:txXfrm>
        <a:off x="25435" y="2204702"/>
        <a:ext cx="1800000" cy="720000"/>
      </dsp:txXfrm>
    </dsp:sp>
    <dsp:sp modelId="{0B6F89D0-87EA-455A-9987-EEDF98450A6D}">
      <dsp:nvSpPr>
        <dsp:cNvPr id="0" name=""/>
        <dsp:cNvSpPr/>
      </dsp:nvSpPr>
      <dsp:spPr>
        <a:xfrm>
          <a:off x="2491435" y="7647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6E3D42-1526-4E3F-B4D0-9759671B876B}">
      <dsp:nvSpPr>
        <dsp:cNvPr id="0" name=""/>
        <dsp:cNvSpPr/>
      </dsp:nvSpPr>
      <dsp:spPr>
        <a:xfrm>
          <a:off x="2725435" y="9987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F84F1-6B66-4CDC-820D-4ADAD7D642EE}">
      <dsp:nvSpPr>
        <dsp:cNvPr id="0" name=""/>
        <dsp:cNvSpPr/>
      </dsp:nvSpPr>
      <dsp:spPr>
        <a:xfrm>
          <a:off x="214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Statistical Analysis</a:t>
          </a:r>
          <a:endParaRPr lang="en-US" sz="1700" kern="1200"/>
        </a:p>
      </dsp:txBody>
      <dsp:txXfrm>
        <a:off x="2140435" y="2204702"/>
        <a:ext cx="1800000" cy="720000"/>
      </dsp:txXfrm>
    </dsp:sp>
    <dsp:sp modelId="{3E7580FF-EF77-4561-9704-C04D36793641}">
      <dsp:nvSpPr>
        <dsp:cNvPr id="0" name=""/>
        <dsp:cNvSpPr/>
      </dsp:nvSpPr>
      <dsp:spPr>
        <a:xfrm>
          <a:off x="4606435" y="7647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DB01D-0B8A-4B72-AD28-462A1F2C96B9}">
      <dsp:nvSpPr>
        <dsp:cNvPr id="0" name=""/>
        <dsp:cNvSpPr/>
      </dsp:nvSpPr>
      <dsp:spPr>
        <a:xfrm>
          <a:off x="4840435" y="9987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BCFE2-16A5-43D9-936A-ACB53FADBC5D}">
      <dsp:nvSpPr>
        <dsp:cNvPr id="0" name=""/>
        <dsp:cNvSpPr/>
      </dsp:nvSpPr>
      <dsp:spPr>
        <a:xfrm>
          <a:off x="425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Correlation Analysis</a:t>
          </a:r>
          <a:endParaRPr lang="en-US" sz="1700" kern="1200"/>
        </a:p>
      </dsp:txBody>
      <dsp:txXfrm>
        <a:off x="4255435" y="2204702"/>
        <a:ext cx="1800000" cy="720000"/>
      </dsp:txXfrm>
    </dsp:sp>
    <dsp:sp modelId="{946B2584-5572-46E7-96C0-D06F010A2BC1}">
      <dsp:nvSpPr>
        <dsp:cNvPr id="0" name=""/>
        <dsp:cNvSpPr/>
      </dsp:nvSpPr>
      <dsp:spPr>
        <a:xfrm>
          <a:off x="6721435" y="7647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A1187-FCA4-4A07-9479-6F3B9EFED71C}">
      <dsp:nvSpPr>
        <dsp:cNvPr id="0" name=""/>
        <dsp:cNvSpPr/>
      </dsp:nvSpPr>
      <dsp:spPr>
        <a:xfrm>
          <a:off x="6955435" y="9987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3CA95-3B09-46F1-AF68-74F302607BA2}">
      <dsp:nvSpPr>
        <dsp:cNvPr id="0" name=""/>
        <dsp:cNvSpPr/>
      </dsp:nvSpPr>
      <dsp:spPr>
        <a:xfrm>
          <a:off x="637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Cancellation Pattern Discovery</a:t>
          </a:r>
          <a:endParaRPr lang="en-US" sz="1700" kern="1200"/>
        </a:p>
      </dsp:txBody>
      <dsp:txXfrm>
        <a:off x="6370435" y="22047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E6A90-91AE-485F-B84B-5EE4BD32D170}">
      <dsp:nvSpPr>
        <dsp:cNvPr id="0" name=""/>
        <dsp:cNvSpPr/>
      </dsp:nvSpPr>
      <dsp:spPr>
        <a:xfrm>
          <a:off x="0" y="808159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95425-F921-4D7B-BF2F-F63ED39E198C}">
      <dsp:nvSpPr>
        <dsp:cNvPr id="0" name=""/>
        <dsp:cNvSpPr/>
      </dsp:nvSpPr>
      <dsp:spPr>
        <a:xfrm>
          <a:off x="250006" y="512959"/>
          <a:ext cx="3500086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Created:</a:t>
          </a:r>
          <a:endParaRPr lang="en-US" sz="2000" kern="1200"/>
        </a:p>
      </dsp:txBody>
      <dsp:txXfrm>
        <a:off x="278827" y="541780"/>
        <a:ext cx="3442444" cy="532758"/>
      </dsp:txXfrm>
    </dsp:sp>
    <dsp:sp modelId="{58BC634C-7CE1-479D-85DC-C63CDD1A10D5}">
      <dsp:nvSpPr>
        <dsp:cNvPr id="0" name=""/>
        <dsp:cNvSpPr/>
      </dsp:nvSpPr>
      <dsp:spPr>
        <a:xfrm>
          <a:off x="0" y="17153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21D6E-AD67-4CB1-9989-79EB2BFB95DE}">
      <dsp:nvSpPr>
        <dsp:cNvPr id="0" name=""/>
        <dsp:cNvSpPr/>
      </dsp:nvSpPr>
      <dsp:spPr>
        <a:xfrm>
          <a:off x="250006" y="1420159"/>
          <a:ext cx="3500086" cy="5904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Booking Distribution Charts</a:t>
          </a:r>
          <a:endParaRPr lang="en-US" sz="2000" kern="1200"/>
        </a:p>
      </dsp:txBody>
      <dsp:txXfrm>
        <a:off x="278827" y="1448980"/>
        <a:ext cx="3442444" cy="532758"/>
      </dsp:txXfrm>
    </dsp:sp>
    <dsp:sp modelId="{618BD1E5-2290-4C0F-98C7-DD98AC464FDD}">
      <dsp:nvSpPr>
        <dsp:cNvPr id="0" name=""/>
        <dsp:cNvSpPr/>
      </dsp:nvSpPr>
      <dsp:spPr>
        <a:xfrm>
          <a:off x="0" y="26225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F16D4E-4A78-4F23-85E3-69EC3B09D48C}">
      <dsp:nvSpPr>
        <dsp:cNvPr id="0" name=""/>
        <dsp:cNvSpPr/>
      </dsp:nvSpPr>
      <dsp:spPr>
        <a:xfrm>
          <a:off x="250006" y="2327359"/>
          <a:ext cx="3500086" cy="5904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Cancellation Rate Analysis</a:t>
          </a:r>
          <a:endParaRPr lang="en-US" sz="2000" kern="1200"/>
        </a:p>
      </dsp:txBody>
      <dsp:txXfrm>
        <a:off x="278827" y="2356180"/>
        <a:ext cx="3442444" cy="532758"/>
      </dsp:txXfrm>
    </dsp:sp>
    <dsp:sp modelId="{D77BECCC-BED5-4056-84C1-251B701E376A}">
      <dsp:nvSpPr>
        <dsp:cNvPr id="0" name=""/>
        <dsp:cNvSpPr/>
      </dsp:nvSpPr>
      <dsp:spPr>
        <a:xfrm>
          <a:off x="0" y="35297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55C02-0A5D-486A-B3CA-A2CF92EE2EBF}">
      <dsp:nvSpPr>
        <dsp:cNvPr id="0" name=""/>
        <dsp:cNvSpPr/>
      </dsp:nvSpPr>
      <dsp:spPr>
        <a:xfrm>
          <a:off x="250006" y="3234560"/>
          <a:ext cx="3500086" cy="590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ADR Distribution</a:t>
          </a:r>
          <a:endParaRPr lang="en-US" sz="2000" kern="1200"/>
        </a:p>
      </dsp:txBody>
      <dsp:txXfrm>
        <a:off x="278827" y="3263381"/>
        <a:ext cx="3442444" cy="532758"/>
      </dsp:txXfrm>
    </dsp:sp>
    <dsp:sp modelId="{AF8E9E8E-8C82-40D9-AC5D-6EB4F5DE1700}">
      <dsp:nvSpPr>
        <dsp:cNvPr id="0" name=""/>
        <dsp:cNvSpPr/>
      </dsp:nvSpPr>
      <dsp:spPr>
        <a:xfrm>
          <a:off x="0" y="44369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835238-B237-4F63-9597-75BED96CD83A}">
      <dsp:nvSpPr>
        <dsp:cNvPr id="0" name=""/>
        <dsp:cNvSpPr/>
      </dsp:nvSpPr>
      <dsp:spPr>
        <a:xfrm>
          <a:off x="250006" y="4141760"/>
          <a:ext cx="3500086" cy="5904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Country-wise Booking Trends</a:t>
          </a:r>
          <a:endParaRPr lang="en-US" sz="2000" kern="1200"/>
        </a:p>
      </dsp:txBody>
      <dsp:txXfrm>
        <a:off x="278827" y="4170581"/>
        <a:ext cx="3442444" cy="532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AB5870-569E-45C8-AFD7-0ADAD63C62EB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6C1C3-D50F-4855-8864-9197E44F735F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BD6C8-3631-4EB2-923C-F1361F43F243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Analyzed relationships between:</a:t>
          </a:r>
          <a:endParaRPr lang="en-US" sz="2200" kern="1200"/>
        </a:p>
      </dsp:txBody>
      <dsp:txXfrm>
        <a:off x="1099610" y="1878"/>
        <a:ext cx="7129989" cy="952043"/>
      </dsp:txXfrm>
    </dsp:sp>
    <dsp:sp modelId="{DC0FEECD-081C-44F1-B075-DF51C2CF329B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B01470-88F6-471A-9C9C-630EC28A3618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55820-59A8-4469-A310-84E05CA182E2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Lead Time &amp; Cancellation</a:t>
          </a:r>
          <a:endParaRPr lang="en-US" sz="2200" kern="1200"/>
        </a:p>
      </dsp:txBody>
      <dsp:txXfrm>
        <a:off x="1099610" y="1191932"/>
        <a:ext cx="7129989" cy="952043"/>
      </dsp:txXfrm>
    </dsp:sp>
    <dsp:sp modelId="{83365F8C-BC25-4A7F-BECD-5596751C3775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B471C-364C-4688-8EED-78196FE6111A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7F676-58EB-4DD3-B340-28482C3A21A9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ADR &amp; Cancellation</a:t>
          </a:r>
          <a:endParaRPr lang="en-US" sz="2200" kern="1200"/>
        </a:p>
      </dsp:txBody>
      <dsp:txXfrm>
        <a:off x="1099610" y="2381986"/>
        <a:ext cx="7129989" cy="952043"/>
      </dsp:txXfrm>
    </dsp:sp>
    <dsp:sp modelId="{BD567A6F-07C7-4C44-817A-43ED6E1C63FB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DA0F1-8BF3-4A66-B168-BF5F2EAD2DC8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81870-1A79-4908-A134-692FD46D38E7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Deposit Type &amp; Cancellation</a:t>
          </a:r>
          <a:endParaRPr lang="en-US" sz="2200" kern="1200"/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ney and passport">
            <a:extLst>
              <a:ext uri="{FF2B5EF4-FFF2-40B4-BE49-F238E27FC236}">
                <a16:creationId xmlns:a16="http://schemas.microsoft.com/office/drawing/2014/main" id="{7AA5AE6C-45E4-CDBF-8176-292B68D5A2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5936" r="3064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Travel, Tourism &amp; Hospitality</a:t>
            </a:r>
            <a:b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and Dynamic Pricing Analysis</a:t>
            </a:r>
            <a:b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Weeks 1 &amp; 2 Progress Presentation</a:t>
            </a:r>
            <a:b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293441"/>
            <a:ext cx="4721499" cy="1588514"/>
          </a:xfrm>
        </p:spPr>
        <p:txBody>
          <a:bodyPr anchor="b">
            <a:norm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MANSI SHARMA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11688B-0A27-4E86-8D55-76F71ADF2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4A868B-654E-447C-8D9C-0F9328308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43F5E5-7E34-4029-B18F-CAED02086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9931FA-11DF-4781-8AAD-FEE88674F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0F88E6C-5782-452A-8C4F-9D2C2EAC8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7" cy="3141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8" y="365125"/>
            <a:ext cx="8317705" cy="1325563"/>
          </a:xfrm>
        </p:spPr>
        <p:txBody>
          <a:bodyPr>
            <a:norm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052BF9-BE5E-D6B7-FA0C-CA40502D3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608723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133778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13312"/>
            <a:ext cx="3028950" cy="5431376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Week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713313"/>
            <a:ext cx="3943351" cy="5431376"/>
          </a:xfrm>
        </p:spPr>
        <p:txBody>
          <a:bodyPr anchor="ctr">
            <a:normAutofit/>
          </a:bodyPr>
          <a:lstStyle/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GitHub Repository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Dataset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Missing Values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Outlier Detection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391" y="591829"/>
            <a:ext cx="2954766" cy="5583126"/>
          </a:xfrm>
        </p:spPr>
        <p:txBody>
          <a:bodyPr>
            <a:normAutofit/>
          </a:bodyPr>
          <a:lstStyle/>
          <a:p>
            <a:r>
              <a:rPr lang="en-US" sz="33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Understanding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17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4833" y="591829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3918" y="821124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63178" y="1336268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270618-358C-10C7-081D-EBBD30EC05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4709320"/>
              </p:ext>
            </p:extLst>
          </p:nvPr>
        </p:nvGraphicFramePr>
        <p:xfrm>
          <a:off x="4119532" y="671805"/>
          <a:ext cx="4395818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Handled NULL values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Standardized formats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Checked data types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Treated ADR outliers</a:t>
            </a:r>
          </a:p>
        </p:txBody>
      </p:sp>
      <p:pic>
        <p:nvPicPr>
          <p:cNvPr id="5" name="Picture 4" descr="Hand holding a pen shading number on a sheet">
            <a:extLst>
              <a:ext uri="{FF2B5EF4-FFF2-40B4-BE49-F238E27FC236}">
                <a16:creationId xmlns:a16="http://schemas.microsoft.com/office/drawing/2014/main" id="{2822715A-2F9E-56A6-4FB6-8D0CA901F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40" r="441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9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A1A17D-E7E6-7661-365D-F2D3F1B29B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129263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 Objectives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A52BD58-A977-08C2-47FE-1BB7729C11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62579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Visualizations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3FA182E-EC29-C456-BD74-A7EE549710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64399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40CCE37-7DF1-7938-E30E-C72E5B55A6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7147D782-281F-12DD-DB28-EEFD40039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16" r="38468" b="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Findings: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Longer lead times may increase cancellations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Certain customer segments cancel more often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Seasonal demand affects ADR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210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Travel, Tourism &amp; Hospitality Customer Retention and Dynamic Pricing Analysis Weeks 1 &amp; 2 Progress Presentation </vt:lpstr>
      <vt:lpstr>Project Overview</vt:lpstr>
      <vt:lpstr>Week 1 Objectives</vt:lpstr>
      <vt:lpstr>Dataset Understanding</vt:lpstr>
      <vt:lpstr>Data Cleaning Activities</vt:lpstr>
      <vt:lpstr>Feature Engineering</vt:lpstr>
      <vt:lpstr>Week 2 Objectives</vt:lpstr>
      <vt:lpstr>EDA Visualizations</vt:lpstr>
      <vt:lpstr>Correlation Analysis</vt:lpstr>
      <vt:lpstr>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PC</dc:creator>
  <cp:keywords/>
  <dc:description>generated using python-pptx</dc:description>
  <cp:lastModifiedBy>Mansi Sharma</cp:lastModifiedBy>
  <cp:revision>2</cp:revision>
  <dcterms:created xsi:type="dcterms:W3CDTF">2013-01-27T09:14:16Z</dcterms:created>
  <dcterms:modified xsi:type="dcterms:W3CDTF">2026-07-05T15:40:46Z</dcterms:modified>
  <cp:category/>
</cp:coreProperties>
</file>