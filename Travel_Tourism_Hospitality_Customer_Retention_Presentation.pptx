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C9A5F5-6762-4F9B-AB67-DE6C196565A1}" type="doc">
      <dgm:prSet loTypeId="urn:microsoft.com/office/officeart/2005/8/layout/vList2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821AE43B-76B0-436B-8AB6-0EE07AFD5EAA}">
      <dgm:prSet/>
      <dgm:spPr/>
      <dgm:t>
        <a:bodyPr/>
        <a:lstStyle/>
        <a:p>
          <a:r>
            <a:rPr lang="en-US"/>
            <a:t>• High cancellations</a:t>
          </a:r>
        </a:p>
      </dgm:t>
    </dgm:pt>
    <dgm:pt modelId="{559B685C-D85C-4E47-9BD5-53EA3090C7B6}" type="parTrans" cxnId="{903283B9-EDDF-42EB-BB23-517B3952B166}">
      <dgm:prSet/>
      <dgm:spPr/>
      <dgm:t>
        <a:bodyPr/>
        <a:lstStyle/>
        <a:p>
          <a:endParaRPr lang="en-US"/>
        </a:p>
      </dgm:t>
    </dgm:pt>
    <dgm:pt modelId="{E3F30F95-AC46-4621-A2AA-1F2908CE5272}" type="sibTrans" cxnId="{903283B9-EDDF-42EB-BB23-517B3952B166}">
      <dgm:prSet/>
      <dgm:spPr/>
      <dgm:t>
        <a:bodyPr/>
        <a:lstStyle/>
        <a:p>
          <a:endParaRPr lang="en-US"/>
        </a:p>
      </dgm:t>
    </dgm:pt>
    <dgm:pt modelId="{6CEF2C1F-133D-4A60-8D94-4BFD14A7E83C}">
      <dgm:prSet/>
      <dgm:spPr/>
      <dgm:t>
        <a:bodyPr/>
        <a:lstStyle/>
        <a:p>
          <a:r>
            <a:rPr lang="en-US"/>
            <a:t>• Static pricing</a:t>
          </a:r>
        </a:p>
      </dgm:t>
    </dgm:pt>
    <dgm:pt modelId="{728D2C51-4FBF-4563-ACCC-88FAF4E9D780}" type="parTrans" cxnId="{32E3F9E1-28F7-4B3D-98B9-A731F50B3853}">
      <dgm:prSet/>
      <dgm:spPr/>
      <dgm:t>
        <a:bodyPr/>
        <a:lstStyle/>
        <a:p>
          <a:endParaRPr lang="en-US"/>
        </a:p>
      </dgm:t>
    </dgm:pt>
    <dgm:pt modelId="{2DAA169B-A2B2-4F32-9B77-C7F02D10A247}" type="sibTrans" cxnId="{32E3F9E1-28F7-4B3D-98B9-A731F50B3853}">
      <dgm:prSet/>
      <dgm:spPr/>
      <dgm:t>
        <a:bodyPr/>
        <a:lstStyle/>
        <a:p>
          <a:endParaRPr lang="en-US"/>
        </a:p>
      </dgm:t>
    </dgm:pt>
    <dgm:pt modelId="{36135957-E366-4268-A9CC-B2BE927C805D}">
      <dgm:prSet/>
      <dgm:spPr/>
      <dgm:t>
        <a:bodyPr/>
        <a:lstStyle/>
        <a:p>
          <a:r>
            <a:rPr lang="en-US"/>
            <a:t>• Seasonal demand</a:t>
          </a:r>
        </a:p>
      </dgm:t>
    </dgm:pt>
    <dgm:pt modelId="{11D4C27B-AF6F-41D6-836D-149CB7841DA9}" type="parTrans" cxnId="{AACFD779-3865-4996-A658-10F14690E85C}">
      <dgm:prSet/>
      <dgm:spPr/>
      <dgm:t>
        <a:bodyPr/>
        <a:lstStyle/>
        <a:p>
          <a:endParaRPr lang="en-US"/>
        </a:p>
      </dgm:t>
    </dgm:pt>
    <dgm:pt modelId="{21BB8BA2-148B-4211-B727-60F086D6B744}" type="sibTrans" cxnId="{AACFD779-3865-4996-A658-10F14690E85C}">
      <dgm:prSet/>
      <dgm:spPr/>
      <dgm:t>
        <a:bodyPr/>
        <a:lstStyle/>
        <a:p>
          <a:endParaRPr lang="en-US"/>
        </a:p>
      </dgm:t>
    </dgm:pt>
    <dgm:pt modelId="{6E1BEE7A-A7E8-4E1A-B322-318389C108C8}">
      <dgm:prSet/>
      <dgm:spPr/>
      <dgm:t>
        <a:bodyPr/>
        <a:lstStyle/>
        <a:p>
          <a:r>
            <a:rPr lang="en-US"/>
            <a:t>• Objective: reduce cancellations and optimize pricing</a:t>
          </a:r>
        </a:p>
      </dgm:t>
    </dgm:pt>
    <dgm:pt modelId="{BAD08869-E1C3-486F-8038-4557E48E58B4}" type="parTrans" cxnId="{5EC15ED3-1CA7-4B8D-99D0-2396266D9907}">
      <dgm:prSet/>
      <dgm:spPr/>
      <dgm:t>
        <a:bodyPr/>
        <a:lstStyle/>
        <a:p>
          <a:endParaRPr lang="en-US"/>
        </a:p>
      </dgm:t>
    </dgm:pt>
    <dgm:pt modelId="{B4B078BC-C5AA-43E8-8C5E-82D7975DAFF4}" type="sibTrans" cxnId="{5EC15ED3-1CA7-4B8D-99D0-2396266D9907}">
      <dgm:prSet/>
      <dgm:spPr/>
      <dgm:t>
        <a:bodyPr/>
        <a:lstStyle/>
        <a:p>
          <a:endParaRPr lang="en-US"/>
        </a:p>
      </dgm:t>
    </dgm:pt>
    <dgm:pt modelId="{F56D2877-CCF4-4F33-A214-B6E4AFBEC395}" type="pres">
      <dgm:prSet presAssocID="{3AC9A5F5-6762-4F9B-AB67-DE6C196565A1}" presName="linear" presStyleCnt="0">
        <dgm:presLayoutVars>
          <dgm:animLvl val="lvl"/>
          <dgm:resizeHandles val="exact"/>
        </dgm:presLayoutVars>
      </dgm:prSet>
      <dgm:spPr/>
    </dgm:pt>
    <dgm:pt modelId="{543EF4C3-6E11-4277-899E-C2C316ADB335}" type="pres">
      <dgm:prSet presAssocID="{821AE43B-76B0-436B-8AB6-0EE07AFD5EA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FFED309-CDB8-48C4-AECA-5A6CAE3C52BB}" type="pres">
      <dgm:prSet presAssocID="{E3F30F95-AC46-4621-A2AA-1F2908CE5272}" presName="spacer" presStyleCnt="0"/>
      <dgm:spPr/>
    </dgm:pt>
    <dgm:pt modelId="{9D1C9458-6B21-4251-8695-50E98416919B}" type="pres">
      <dgm:prSet presAssocID="{6CEF2C1F-133D-4A60-8D94-4BFD14A7E83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4C14341-F74C-4E04-9A02-8D52407F615B}" type="pres">
      <dgm:prSet presAssocID="{2DAA169B-A2B2-4F32-9B77-C7F02D10A247}" presName="spacer" presStyleCnt="0"/>
      <dgm:spPr/>
    </dgm:pt>
    <dgm:pt modelId="{82D0AD74-9738-422A-A333-C605D176A13F}" type="pres">
      <dgm:prSet presAssocID="{36135957-E366-4268-A9CC-B2BE927C805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2B33031-13B6-4452-AF19-A2AAA9A39939}" type="pres">
      <dgm:prSet presAssocID="{21BB8BA2-148B-4211-B727-60F086D6B744}" presName="spacer" presStyleCnt="0"/>
      <dgm:spPr/>
    </dgm:pt>
    <dgm:pt modelId="{E1B31D3F-C96E-4154-830C-BA16C8C74279}" type="pres">
      <dgm:prSet presAssocID="{6E1BEE7A-A7E8-4E1A-B322-318389C108C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51FED49-CBD6-4CF1-85E6-CF9BEC97F352}" type="presOf" srcId="{6E1BEE7A-A7E8-4E1A-B322-318389C108C8}" destId="{E1B31D3F-C96E-4154-830C-BA16C8C74279}" srcOrd="0" destOrd="0" presId="urn:microsoft.com/office/officeart/2005/8/layout/vList2"/>
    <dgm:cxn modelId="{AACFD779-3865-4996-A658-10F14690E85C}" srcId="{3AC9A5F5-6762-4F9B-AB67-DE6C196565A1}" destId="{36135957-E366-4268-A9CC-B2BE927C805D}" srcOrd="2" destOrd="0" parTransId="{11D4C27B-AF6F-41D6-836D-149CB7841DA9}" sibTransId="{21BB8BA2-148B-4211-B727-60F086D6B744}"/>
    <dgm:cxn modelId="{CC4A7DA2-2AC5-4824-9351-C9FC7D3572DD}" type="presOf" srcId="{3AC9A5F5-6762-4F9B-AB67-DE6C196565A1}" destId="{F56D2877-CCF4-4F33-A214-B6E4AFBEC395}" srcOrd="0" destOrd="0" presId="urn:microsoft.com/office/officeart/2005/8/layout/vList2"/>
    <dgm:cxn modelId="{123247AB-4F8E-4756-9118-07A3E7F195D4}" type="presOf" srcId="{36135957-E366-4268-A9CC-B2BE927C805D}" destId="{82D0AD74-9738-422A-A333-C605D176A13F}" srcOrd="0" destOrd="0" presId="urn:microsoft.com/office/officeart/2005/8/layout/vList2"/>
    <dgm:cxn modelId="{903283B9-EDDF-42EB-BB23-517B3952B166}" srcId="{3AC9A5F5-6762-4F9B-AB67-DE6C196565A1}" destId="{821AE43B-76B0-436B-8AB6-0EE07AFD5EAA}" srcOrd="0" destOrd="0" parTransId="{559B685C-D85C-4E47-9BD5-53EA3090C7B6}" sibTransId="{E3F30F95-AC46-4621-A2AA-1F2908CE5272}"/>
    <dgm:cxn modelId="{5EC15ED3-1CA7-4B8D-99D0-2396266D9907}" srcId="{3AC9A5F5-6762-4F9B-AB67-DE6C196565A1}" destId="{6E1BEE7A-A7E8-4E1A-B322-318389C108C8}" srcOrd="3" destOrd="0" parTransId="{BAD08869-E1C3-486F-8038-4557E48E58B4}" sibTransId="{B4B078BC-C5AA-43E8-8C5E-82D7975DAFF4}"/>
    <dgm:cxn modelId="{7933F8D9-7C74-4583-BB4F-40F0725656EF}" type="presOf" srcId="{821AE43B-76B0-436B-8AB6-0EE07AFD5EAA}" destId="{543EF4C3-6E11-4277-899E-C2C316ADB335}" srcOrd="0" destOrd="0" presId="urn:microsoft.com/office/officeart/2005/8/layout/vList2"/>
    <dgm:cxn modelId="{32E3F9E1-28F7-4B3D-98B9-A731F50B3853}" srcId="{3AC9A5F5-6762-4F9B-AB67-DE6C196565A1}" destId="{6CEF2C1F-133D-4A60-8D94-4BFD14A7E83C}" srcOrd="1" destOrd="0" parTransId="{728D2C51-4FBF-4563-ACCC-88FAF4E9D780}" sibTransId="{2DAA169B-A2B2-4F32-9B77-C7F02D10A247}"/>
    <dgm:cxn modelId="{F21A93EF-9FD8-48A9-9F0D-D93B752E1F88}" type="presOf" srcId="{6CEF2C1F-133D-4A60-8D94-4BFD14A7E83C}" destId="{9D1C9458-6B21-4251-8695-50E98416919B}" srcOrd="0" destOrd="0" presId="urn:microsoft.com/office/officeart/2005/8/layout/vList2"/>
    <dgm:cxn modelId="{C760D621-F1C0-40BF-AD2D-DEE369CAD870}" type="presParOf" srcId="{F56D2877-CCF4-4F33-A214-B6E4AFBEC395}" destId="{543EF4C3-6E11-4277-899E-C2C316ADB335}" srcOrd="0" destOrd="0" presId="urn:microsoft.com/office/officeart/2005/8/layout/vList2"/>
    <dgm:cxn modelId="{28EB123F-9462-4061-B910-48083B549182}" type="presParOf" srcId="{F56D2877-CCF4-4F33-A214-B6E4AFBEC395}" destId="{7FFED309-CDB8-48C4-AECA-5A6CAE3C52BB}" srcOrd="1" destOrd="0" presId="urn:microsoft.com/office/officeart/2005/8/layout/vList2"/>
    <dgm:cxn modelId="{929585CD-90A2-4EA6-A106-7417AE5BB8E2}" type="presParOf" srcId="{F56D2877-CCF4-4F33-A214-B6E4AFBEC395}" destId="{9D1C9458-6B21-4251-8695-50E98416919B}" srcOrd="2" destOrd="0" presId="urn:microsoft.com/office/officeart/2005/8/layout/vList2"/>
    <dgm:cxn modelId="{63E22BAC-EE6F-46CF-BEBB-62DFFFEF039E}" type="presParOf" srcId="{F56D2877-CCF4-4F33-A214-B6E4AFBEC395}" destId="{04C14341-F74C-4E04-9A02-8D52407F615B}" srcOrd="3" destOrd="0" presId="urn:microsoft.com/office/officeart/2005/8/layout/vList2"/>
    <dgm:cxn modelId="{66C28C14-8BE0-4429-8F35-CBADF2EE6DFB}" type="presParOf" srcId="{F56D2877-CCF4-4F33-A214-B6E4AFBEC395}" destId="{82D0AD74-9738-422A-A333-C605D176A13F}" srcOrd="4" destOrd="0" presId="urn:microsoft.com/office/officeart/2005/8/layout/vList2"/>
    <dgm:cxn modelId="{58953724-81E0-4CBB-A5B9-4E48EBFE716C}" type="presParOf" srcId="{F56D2877-CCF4-4F33-A214-B6E4AFBEC395}" destId="{82B33031-13B6-4452-AF19-A2AAA9A39939}" srcOrd="5" destOrd="0" presId="urn:microsoft.com/office/officeart/2005/8/layout/vList2"/>
    <dgm:cxn modelId="{653C62FE-D170-461E-AE87-D0EC58251D7F}" type="presParOf" srcId="{F56D2877-CCF4-4F33-A214-B6E4AFBEC395}" destId="{E1B31D3F-C96E-4154-830C-BA16C8C7427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E83D62-2B1B-4BA1-97B9-AD94EB0564DB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9D78CB6-A159-481A-8024-9570A946CF60}">
      <dgm:prSet/>
      <dgm:spPr/>
      <dgm:t>
        <a:bodyPr/>
        <a:lstStyle/>
        <a:p>
          <a:r>
            <a:rPr lang="en-US"/>
            <a:t>• Analyze bookings</a:t>
          </a:r>
        </a:p>
      </dgm:t>
    </dgm:pt>
    <dgm:pt modelId="{A056096A-EB87-4AA0-B68C-A50D5AA90F70}" type="parTrans" cxnId="{991BA7C5-831D-4C14-80EA-E38B8722F201}">
      <dgm:prSet/>
      <dgm:spPr/>
      <dgm:t>
        <a:bodyPr/>
        <a:lstStyle/>
        <a:p>
          <a:endParaRPr lang="en-US"/>
        </a:p>
      </dgm:t>
    </dgm:pt>
    <dgm:pt modelId="{543FFDE9-8642-4856-8DE0-A9F6F7AC1F09}" type="sibTrans" cxnId="{991BA7C5-831D-4C14-80EA-E38B8722F201}">
      <dgm:prSet/>
      <dgm:spPr/>
      <dgm:t>
        <a:bodyPr/>
        <a:lstStyle/>
        <a:p>
          <a:endParaRPr lang="en-US"/>
        </a:p>
      </dgm:t>
    </dgm:pt>
    <dgm:pt modelId="{9127D217-77C5-47E3-9285-4A6BB06EBFD2}">
      <dgm:prSet/>
      <dgm:spPr/>
      <dgm:t>
        <a:bodyPr/>
        <a:lstStyle/>
        <a:p>
          <a:r>
            <a:rPr lang="en-US"/>
            <a:t>• Identify cancellation drivers</a:t>
          </a:r>
        </a:p>
      </dgm:t>
    </dgm:pt>
    <dgm:pt modelId="{DA576D12-2050-401C-AE98-1ABBBBBFAFEB}" type="parTrans" cxnId="{E787B25E-7CC6-4814-AC81-A5C7864AF0A0}">
      <dgm:prSet/>
      <dgm:spPr/>
      <dgm:t>
        <a:bodyPr/>
        <a:lstStyle/>
        <a:p>
          <a:endParaRPr lang="en-US"/>
        </a:p>
      </dgm:t>
    </dgm:pt>
    <dgm:pt modelId="{5A85AF01-6E24-4F0D-9886-2C1560774E00}" type="sibTrans" cxnId="{E787B25E-7CC6-4814-AC81-A5C7864AF0A0}">
      <dgm:prSet/>
      <dgm:spPr/>
      <dgm:t>
        <a:bodyPr/>
        <a:lstStyle/>
        <a:p>
          <a:endParaRPr lang="en-US"/>
        </a:p>
      </dgm:t>
    </dgm:pt>
    <dgm:pt modelId="{13D97363-B78F-45BE-BAC4-BD8F3ADC2FC5}">
      <dgm:prSet/>
      <dgm:spPr/>
      <dgm:t>
        <a:bodyPr/>
        <a:lstStyle/>
        <a:p>
          <a:r>
            <a:rPr lang="en-US"/>
            <a:t>• Segment customers</a:t>
          </a:r>
        </a:p>
      </dgm:t>
    </dgm:pt>
    <dgm:pt modelId="{52A0DAB8-DAD2-4F64-B002-C2B44F4D07D8}" type="parTrans" cxnId="{CB222385-74A0-4715-A461-2796DE97FAB3}">
      <dgm:prSet/>
      <dgm:spPr/>
      <dgm:t>
        <a:bodyPr/>
        <a:lstStyle/>
        <a:p>
          <a:endParaRPr lang="en-US"/>
        </a:p>
      </dgm:t>
    </dgm:pt>
    <dgm:pt modelId="{69BC9F70-864E-4FF3-BF7F-7D11738E37A6}" type="sibTrans" cxnId="{CB222385-74A0-4715-A461-2796DE97FAB3}">
      <dgm:prSet/>
      <dgm:spPr/>
      <dgm:t>
        <a:bodyPr/>
        <a:lstStyle/>
        <a:p>
          <a:endParaRPr lang="en-US"/>
        </a:p>
      </dgm:t>
    </dgm:pt>
    <dgm:pt modelId="{932A3B44-F79F-44A7-B3AD-0CC97898275E}">
      <dgm:prSet/>
      <dgm:spPr/>
      <dgm:t>
        <a:bodyPr/>
        <a:lstStyle/>
        <a:p>
          <a:r>
            <a:rPr lang="en-US"/>
            <a:t>• Improve RevPAR</a:t>
          </a:r>
        </a:p>
      </dgm:t>
    </dgm:pt>
    <dgm:pt modelId="{014DE043-8074-4C12-9F3D-C3CA05899467}" type="parTrans" cxnId="{50A01EB2-2651-4444-8B7F-44A40304D766}">
      <dgm:prSet/>
      <dgm:spPr/>
      <dgm:t>
        <a:bodyPr/>
        <a:lstStyle/>
        <a:p>
          <a:endParaRPr lang="en-US"/>
        </a:p>
      </dgm:t>
    </dgm:pt>
    <dgm:pt modelId="{4D4D097D-74E9-46CA-8EFA-6638622EEADB}" type="sibTrans" cxnId="{50A01EB2-2651-4444-8B7F-44A40304D766}">
      <dgm:prSet/>
      <dgm:spPr/>
      <dgm:t>
        <a:bodyPr/>
        <a:lstStyle/>
        <a:p>
          <a:endParaRPr lang="en-US"/>
        </a:p>
      </dgm:t>
    </dgm:pt>
    <dgm:pt modelId="{118E7A8A-EE87-4B4C-B299-C5AC20FD1BA3}" type="pres">
      <dgm:prSet presAssocID="{D0E83D62-2B1B-4BA1-97B9-AD94EB0564DB}" presName="outerComposite" presStyleCnt="0">
        <dgm:presLayoutVars>
          <dgm:chMax val="5"/>
          <dgm:dir/>
          <dgm:resizeHandles val="exact"/>
        </dgm:presLayoutVars>
      </dgm:prSet>
      <dgm:spPr/>
    </dgm:pt>
    <dgm:pt modelId="{BAB9106E-DE56-4052-9AD0-E6895A32248B}" type="pres">
      <dgm:prSet presAssocID="{D0E83D62-2B1B-4BA1-97B9-AD94EB0564DB}" presName="dummyMaxCanvas" presStyleCnt="0">
        <dgm:presLayoutVars/>
      </dgm:prSet>
      <dgm:spPr/>
    </dgm:pt>
    <dgm:pt modelId="{DA12F300-E9C3-40E9-9BC3-D3C6F463ACDC}" type="pres">
      <dgm:prSet presAssocID="{D0E83D62-2B1B-4BA1-97B9-AD94EB0564DB}" presName="FourNodes_1" presStyleLbl="node1" presStyleIdx="0" presStyleCnt="4">
        <dgm:presLayoutVars>
          <dgm:bulletEnabled val="1"/>
        </dgm:presLayoutVars>
      </dgm:prSet>
      <dgm:spPr/>
    </dgm:pt>
    <dgm:pt modelId="{B11386AF-7F9B-4E84-B9BC-892915D17BB4}" type="pres">
      <dgm:prSet presAssocID="{D0E83D62-2B1B-4BA1-97B9-AD94EB0564DB}" presName="FourNodes_2" presStyleLbl="node1" presStyleIdx="1" presStyleCnt="4">
        <dgm:presLayoutVars>
          <dgm:bulletEnabled val="1"/>
        </dgm:presLayoutVars>
      </dgm:prSet>
      <dgm:spPr/>
    </dgm:pt>
    <dgm:pt modelId="{FD8916C1-7211-48FB-867F-D8DF8C74C12E}" type="pres">
      <dgm:prSet presAssocID="{D0E83D62-2B1B-4BA1-97B9-AD94EB0564DB}" presName="FourNodes_3" presStyleLbl="node1" presStyleIdx="2" presStyleCnt="4">
        <dgm:presLayoutVars>
          <dgm:bulletEnabled val="1"/>
        </dgm:presLayoutVars>
      </dgm:prSet>
      <dgm:spPr/>
    </dgm:pt>
    <dgm:pt modelId="{77CFD20E-AF63-4341-943E-FBAFCCAE3516}" type="pres">
      <dgm:prSet presAssocID="{D0E83D62-2B1B-4BA1-97B9-AD94EB0564DB}" presName="FourNodes_4" presStyleLbl="node1" presStyleIdx="3" presStyleCnt="4">
        <dgm:presLayoutVars>
          <dgm:bulletEnabled val="1"/>
        </dgm:presLayoutVars>
      </dgm:prSet>
      <dgm:spPr/>
    </dgm:pt>
    <dgm:pt modelId="{F37D2777-86F7-40A7-96AE-D71667340AAC}" type="pres">
      <dgm:prSet presAssocID="{D0E83D62-2B1B-4BA1-97B9-AD94EB0564DB}" presName="FourConn_1-2" presStyleLbl="fgAccFollowNode1" presStyleIdx="0" presStyleCnt="3">
        <dgm:presLayoutVars>
          <dgm:bulletEnabled val="1"/>
        </dgm:presLayoutVars>
      </dgm:prSet>
      <dgm:spPr/>
    </dgm:pt>
    <dgm:pt modelId="{796FE9D8-C2B8-4F1C-83E4-4070C6BE6C10}" type="pres">
      <dgm:prSet presAssocID="{D0E83D62-2B1B-4BA1-97B9-AD94EB0564DB}" presName="FourConn_2-3" presStyleLbl="fgAccFollowNode1" presStyleIdx="1" presStyleCnt="3">
        <dgm:presLayoutVars>
          <dgm:bulletEnabled val="1"/>
        </dgm:presLayoutVars>
      </dgm:prSet>
      <dgm:spPr/>
    </dgm:pt>
    <dgm:pt modelId="{5B3AFF6A-0CAA-4037-B9DF-8C9459E340D2}" type="pres">
      <dgm:prSet presAssocID="{D0E83D62-2B1B-4BA1-97B9-AD94EB0564DB}" presName="FourConn_3-4" presStyleLbl="fgAccFollowNode1" presStyleIdx="2" presStyleCnt="3">
        <dgm:presLayoutVars>
          <dgm:bulletEnabled val="1"/>
        </dgm:presLayoutVars>
      </dgm:prSet>
      <dgm:spPr/>
    </dgm:pt>
    <dgm:pt modelId="{64EA4C8A-22A2-44CC-B472-13146C334855}" type="pres">
      <dgm:prSet presAssocID="{D0E83D62-2B1B-4BA1-97B9-AD94EB0564DB}" presName="FourNodes_1_text" presStyleLbl="node1" presStyleIdx="3" presStyleCnt="4">
        <dgm:presLayoutVars>
          <dgm:bulletEnabled val="1"/>
        </dgm:presLayoutVars>
      </dgm:prSet>
      <dgm:spPr/>
    </dgm:pt>
    <dgm:pt modelId="{7906A923-FE33-451F-B972-2B683DDAEBB6}" type="pres">
      <dgm:prSet presAssocID="{D0E83D62-2B1B-4BA1-97B9-AD94EB0564DB}" presName="FourNodes_2_text" presStyleLbl="node1" presStyleIdx="3" presStyleCnt="4">
        <dgm:presLayoutVars>
          <dgm:bulletEnabled val="1"/>
        </dgm:presLayoutVars>
      </dgm:prSet>
      <dgm:spPr/>
    </dgm:pt>
    <dgm:pt modelId="{7FA49A1D-E504-4ABB-98D5-CC1367BF1712}" type="pres">
      <dgm:prSet presAssocID="{D0E83D62-2B1B-4BA1-97B9-AD94EB0564DB}" presName="FourNodes_3_text" presStyleLbl="node1" presStyleIdx="3" presStyleCnt="4">
        <dgm:presLayoutVars>
          <dgm:bulletEnabled val="1"/>
        </dgm:presLayoutVars>
      </dgm:prSet>
      <dgm:spPr/>
    </dgm:pt>
    <dgm:pt modelId="{D34E619D-4F49-44D7-A62D-3D360CF14661}" type="pres">
      <dgm:prSet presAssocID="{D0E83D62-2B1B-4BA1-97B9-AD94EB0564DB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1B08FD25-ECFA-42F4-953A-0E1DA3AE8BCF}" type="presOf" srcId="{9127D217-77C5-47E3-9285-4A6BB06EBFD2}" destId="{7906A923-FE33-451F-B972-2B683DDAEBB6}" srcOrd="1" destOrd="0" presId="urn:microsoft.com/office/officeart/2005/8/layout/vProcess5"/>
    <dgm:cxn modelId="{21300930-6E8E-41AC-A71B-13D6061E203F}" type="presOf" srcId="{13D97363-B78F-45BE-BAC4-BD8F3ADC2FC5}" destId="{7FA49A1D-E504-4ABB-98D5-CC1367BF1712}" srcOrd="1" destOrd="0" presId="urn:microsoft.com/office/officeart/2005/8/layout/vProcess5"/>
    <dgm:cxn modelId="{E787B25E-7CC6-4814-AC81-A5C7864AF0A0}" srcId="{D0E83D62-2B1B-4BA1-97B9-AD94EB0564DB}" destId="{9127D217-77C5-47E3-9285-4A6BB06EBFD2}" srcOrd="1" destOrd="0" parTransId="{DA576D12-2050-401C-AE98-1ABBBBBFAFEB}" sibTransId="{5A85AF01-6E24-4F0D-9886-2C1560774E00}"/>
    <dgm:cxn modelId="{B9283968-254A-4120-8CEB-E37BED159908}" type="presOf" srcId="{5A85AF01-6E24-4F0D-9886-2C1560774E00}" destId="{796FE9D8-C2B8-4F1C-83E4-4070C6BE6C10}" srcOrd="0" destOrd="0" presId="urn:microsoft.com/office/officeart/2005/8/layout/vProcess5"/>
    <dgm:cxn modelId="{A2C0907D-374D-42E1-89AA-FAE1C4F070CC}" type="presOf" srcId="{69BC9F70-864E-4FF3-BF7F-7D11738E37A6}" destId="{5B3AFF6A-0CAA-4037-B9DF-8C9459E340D2}" srcOrd="0" destOrd="0" presId="urn:microsoft.com/office/officeart/2005/8/layout/vProcess5"/>
    <dgm:cxn modelId="{CB222385-74A0-4715-A461-2796DE97FAB3}" srcId="{D0E83D62-2B1B-4BA1-97B9-AD94EB0564DB}" destId="{13D97363-B78F-45BE-BAC4-BD8F3ADC2FC5}" srcOrd="2" destOrd="0" parTransId="{52A0DAB8-DAD2-4F64-B002-C2B44F4D07D8}" sibTransId="{69BC9F70-864E-4FF3-BF7F-7D11738E37A6}"/>
    <dgm:cxn modelId="{0A3F9689-59A0-4E7F-9CC0-DF373C13F652}" type="presOf" srcId="{29D78CB6-A159-481A-8024-9570A946CF60}" destId="{DA12F300-E9C3-40E9-9BC3-D3C6F463ACDC}" srcOrd="0" destOrd="0" presId="urn:microsoft.com/office/officeart/2005/8/layout/vProcess5"/>
    <dgm:cxn modelId="{9455CDA1-B62F-4149-85DD-C67211940939}" type="presOf" srcId="{D0E83D62-2B1B-4BA1-97B9-AD94EB0564DB}" destId="{118E7A8A-EE87-4B4C-B299-C5AC20FD1BA3}" srcOrd="0" destOrd="0" presId="urn:microsoft.com/office/officeart/2005/8/layout/vProcess5"/>
    <dgm:cxn modelId="{50A01EB2-2651-4444-8B7F-44A40304D766}" srcId="{D0E83D62-2B1B-4BA1-97B9-AD94EB0564DB}" destId="{932A3B44-F79F-44A7-B3AD-0CC97898275E}" srcOrd="3" destOrd="0" parTransId="{014DE043-8074-4C12-9F3D-C3CA05899467}" sibTransId="{4D4D097D-74E9-46CA-8EFA-6638622EEADB}"/>
    <dgm:cxn modelId="{0BE118B5-AA90-4338-B2DE-A9ADB6F19C8C}" type="presOf" srcId="{932A3B44-F79F-44A7-B3AD-0CC97898275E}" destId="{77CFD20E-AF63-4341-943E-FBAFCCAE3516}" srcOrd="0" destOrd="0" presId="urn:microsoft.com/office/officeart/2005/8/layout/vProcess5"/>
    <dgm:cxn modelId="{433E42C0-1FC1-40FF-8746-FFBDA5F0F190}" type="presOf" srcId="{9127D217-77C5-47E3-9285-4A6BB06EBFD2}" destId="{B11386AF-7F9B-4E84-B9BC-892915D17BB4}" srcOrd="0" destOrd="0" presId="urn:microsoft.com/office/officeart/2005/8/layout/vProcess5"/>
    <dgm:cxn modelId="{23E14CC1-79C9-4D06-A646-A33D3FD32E44}" type="presOf" srcId="{543FFDE9-8642-4856-8DE0-A9F6F7AC1F09}" destId="{F37D2777-86F7-40A7-96AE-D71667340AAC}" srcOrd="0" destOrd="0" presId="urn:microsoft.com/office/officeart/2005/8/layout/vProcess5"/>
    <dgm:cxn modelId="{232AD7C4-527D-4B43-8D3D-1DED20B1F7F7}" type="presOf" srcId="{29D78CB6-A159-481A-8024-9570A946CF60}" destId="{64EA4C8A-22A2-44CC-B472-13146C334855}" srcOrd="1" destOrd="0" presId="urn:microsoft.com/office/officeart/2005/8/layout/vProcess5"/>
    <dgm:cxn modelId="{991BA7C5-831D-4C14-80EA-E38B8722F201}" srcId="{D0E83D62-2B1B-4BA1-97B9-AD94EB0564DB}" destId="{29D78CB6-A159-481A-8024-9570A946CF60}" srcOrd="0" destOrd="0" parTransId="{A056096A-EB87-4AA0-B68C-A50D5AA90F70}" sibTransId="{543FFDE9-8642-4856-8DE0-A9F6F7AC1F09}"/>
    <dgm:cxn modelId="{F62B1AED-0DDE-450D-8C45-8B30E1579DCD}" type="presOf" srcId="{932A3B44-F79F-44A7-B3AD-0CC97898275E}" destId="{D34E619D-4F49-44D7-A62D-3D360CF14661}" srcOrd="1" destOrd="0" presId="urn:microsoft.com/office/officeart/2005/8/layout/vProcess5"/>
    <dgm:cxn modelId="{280346F1-D934-48FA-BCA6-EB7D7333D573}" type="presOf" srcId="{13D97363-B78F-45BE-BAC4-BD8F3ADC2FC5}" destId="{FD8916C1-7211-48FB-867F-D8DF8C74C12E}" srcOrd="0" destOrd="0" presId="urn:microsoft.com/office/officeart/2005/8/layout/vProcess5"/>
    <dgm:cxn modelId="{D2DD7DC7-23B1-4DC8-B4D9-0EB5026908DC}" type="presParOf" srcId="{118E7A8A-EE87-4B4C-B299-C5AC20FD1BA3}" destId="{BAB9106E-DE56-4052-9AD0-E6895A32248B}" srcOrd="0" destOrd="0" presId="urn:microsoft.com/office/officeart/2005/8/layout/vProcess5"/>
    <dgm:cxn modelId="{566624D2-3F76-4D56-AE86-0EA088D1A54A}" type="presParOf" srcId="{118E7A8A-EE87-4B4C-B299-C5AC20FD1BA3}" destId="{DA12F300-E9C3-40E9-9BC3-D3C6F463ACDC}" srcOrd="1" destOrd="0" presId="urn:microsoft.com/office/officeart/2005/8/layout/vProcess5"/>
    <dgm:cxn modelId="{2A430BEE-7B26-4042-A0AC-B39CEFEC16F9}" type="presParOf" srcId="{118E7A8A-EE87-4B4C-B299-C5AC20FD1BA3}" destId="{B11386AF-7F9B-4E84-B9BC-892915D17BB4}" srcOrd="2" destOrd="0" presId="urn:microsoft.com/office/officeart/2005/8/layout/vProcess5"/>
    <dgm:cxn modelId="{55DCB31B-6DCF-426F-9073-87B88D9B0EB2}" type="presParOf" srcId="{118E7A8A-EE87-4B4C-B299-C5AC20FD1BA3}" destId="{FD8916C1-7211-48FB-867F-D8DF8C74C12E}" srcOrd="3" destOrd="0" presId="urn:microsoft.com/office/officeart/2005/8/layout/vProcess5"/>
    <dgm:cxn modelId="{C531344B-FCCC-4174-B219-3B415EBC7F55}" type="presParOf" srcId="{118E7A8A-EE87-4B4C-B299-C5AC20FD1BA3}" destId="{77CFD20E-AF63-4341-943E-FBAFCCAE3516}" srcOrd="4" destOrd="0" presId="urn:microsoft.com/office/officeart/2005/8/layout/vProcess5"/>
    <dgm:cxn modelId="{56E48548-98A9-4C92-A077-C33C43786438}" type="presParOf" srcId="{118E7A8A-EE87-4B4C-B299-C5AC20FD1BA3}" destId="{F37D2777-86F7-40A7-96AE-D71667340AAC}" srcOrd="5" destOrd="0" presId="urn:microsoft.com/office/officeart/2005/8/layout/vProcess5"/>
    <dgm:cxn modelId="{25DBBCDC-C14A-4E24-A0C3-D20EE6D60957}" type="presParOf" srcId="{118E7A8A-EE87-4B4C-B299-C5AC20FD1BA3}" destId="{796FE9D8-C2B8-4F1C-83E4-4070C6BE6C10}" srcOrd="6" destOrd="0" presId="urn:microsoft.com/office/officeart/2005/8/layout/vProcess5"/>
    <dgm:cxn modelId="{40151CA3-8077-4F96-AA8E-842EEB255492}" type="presParOf" srcId="{118E7A8A-EE87-4B4C-B299-C5AC20FD1BA3}" destId="{5B3AFF6A-0CAA-4037-B9DF-8C9459E340D2}" srcOrd="7" destOrd="0" presId="urn:microsoft.com/office/officeart/2005/8/layout/vProcess5"/>
    <dgm:cxn modelId="{934B3BE8-F177-48D7-956A-7A4752DB3391}" type="presParOf" srcId="{118E7A8A-EE87-4B4C-B299-C5AC20FD1BA3}" destId="{64EA4C8A-22A2-44CC-B472-13146C334855}" srcOrd="8" destOrd="0" presId="urn:microsoft.com/office/officeart/2005/8/layout/vProcess5"/>
    <dgm:cxn modelId="{F3C6FBE3-D073-4965-934E-87836081FFB9}" type="presParOf" srcId="{118E7A8A-EE87-4B4C-B299-C5AC20FD1BA3}" destId="{7906A923-FE33-451F-B972-2B683DDAEBB6}" srcOrd="9" destOrd="0" presId="urn:microsoft.com/office/officeart/2005/8/layout/vProcess5"/>
    <dgm:cxn modelId="{D6D8D03D-3AFD-400E-BCD5-DE286973B834}" type="presParOf" srcId="{118E7A8A-EE87-4B4C-B299-C5AC20FD1BA3}" destId="{7FA49A1D-E504-4ABB-98D5-CC1367BF1712}" srcOrd="10" destOrd="0" presId="urn:microsoft.com/office/officeart/2005/8/layout/vProcess5"/>
    <dgm:cxn modelId="{FC22697A-2A71-45B4-9B29-AB3FE49AE3CE}" type="presParOf" srcId="{118E7A8A-EE87-4B4C-B299-C5AC20FD1BA3}" destId="{D34E619D-4F49-44D7-A62D-3D360CF1466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6075DE4-CCFF-4D20-BA7B-5A57CAB18423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9E2D0FF-F2A8-4800-9DAC-40BDCA6A82FF}">
      <dgm:prSet/>
      <dgm:spPr/>
      <dgm:t>
        <a:bodyPr/>
        <a:lstStyle/>
        <a:p>
          <a:r>
            <a:rPr lang="en-US"/>
            <a:t>Python, Pandas, NumPy</a:t>
          </a:r>
        </a:p>
      </dgm:t>
    </dgm:pt>
    <dgm:pt modelId="{1CF649F6-3F4E-4438-94B1-8F80E79388DB}" type="parTrans" cxnId="{39846365-8F12-432F-9BA7-42FA202B0C96}">
      <dgm:prSet/>
      <dgm:spPr/>
      <dgm:t>
        <a:bodyPr/>
        <a:lstStyle/>
        <a:p>
          <a:endParaRPr lang="en-US"/>
        </a:p>
      </dgm:t>
    </dgm:pt>
    <dgm:pt modelId="{E03CB4C6-CCFC-4416-8F68-81223DCA2C33}" type="sibTrans" cxnId="{39846365-8F12-432F-9BA7-42FA202B0C96}">
      <dgm:prSet/>
      <dgm:spPr/>
      <dgm:t>
        <a:bodyPr/>
        <a:lstStyle/>
        <a:p>
          <a:endParaRPr lang="en-US"/>
        </a:p>
      </dgm:t>
    </dgm:pt>
    <dgm:pt modelId="{712B44A8-20F6-44D8-8977-C4FDCD227B4A}">
      <dgm:prSet/>
      <dgm:spPr/>
      <dgm:t>
        <a:bodyPr/>
        <a:lstStyle/>
        <a:p>
          <a:r>
            <a:rPr lang="en-US"/>
            <a:t>Matplotlib, Seaborn</a:t>
          </a:r>
        </a:p>
      </dgm:t>
    </dgm:pt>
    <dgm:pt modelId="{B24F827C-92E3-45D7-A046-1E838A1EEADC}" type="parTrans" cxnId="{BD136BEC-8400-4305-B64D-2B43DE9A29EF}">
      <dgm:prSet/>
      <dgm:spPr/>
      <dgm:t>
        <a:bodyPr/>
        <a:lstStyle/>
        <a:p>
          <a:endParaRPr lang="en-US"/>
        </a:p>
      </dgm:t>
    </dgm:pt>
    <dgm:pt modelId="{33B57F6C-F495-4E6A-A96E-3E221B31E28C}" type="sibTrans" cxnId="{BD136BEC-8400-4305-B64D-2B43DE9A29EF}">
      <dgm:prSet/>
      <dgm:spPr/>
      <dgm:t>
        <a:bodyPr/>
        <a:lstStyle/>
        <a:p>
          <a:endParaRPr lang="en-US"/>
        </a:p>
      </dgm:t>
    </dgm:pt>
    <dgm:pt modelId="{7AA4C932-42BC-460E-BB9A-538AB39D3632}">
      <dgm:prSet/>
      <dgm:spPr/>
      <dgm:t>
        <a:bodyPr/>
        <a:lstStyle/>
        <a:p>
          <a:r>
            <a:rPr lang="en-US"/>
            <a:t>Scikit-Learn</a:t>
          </a:r>
        </a:p>
      </dgm:t>
    </dgm:pt>
    <dgm:pt modelId="{A0D32877-EE46-4C95-B0F0-4A76FD275F00}" type="parTrans" cxnId="{901CFDC1-2E11-46FF-ADAB-0398F0B909F5}">
      <dgm:prSet/>
      <dgm:spPr/>
      <dgm:t>
        <a:bodyPr/>
        <a:lstStyle/>
        <a:p>
          <a:endParaRPr lang="en-US"/>
        </a:p>
      </dgm:t>
    </dgm:pt>
    <dgm:pt modelId="{1E950C33-2B02-416E-99FF-EB2A8910ED7C}" type="sibTrans" cxnId="{901CFDC1-2E11-46FF-ADAB-0398F0B909F5}">
      <dgm:prSet/>
      <dgm:spPr/>
      <dgm:t>
        <a:bodyPr/>
        <a:lstStyle/>
        <a:p>
          <a:endParaRPr lang="en-US"/>
        </a:p>
      </dgm:t>
    </dgm:pt>
    <dgm:pt modelId="{5DA7B4B6-6A11-4A0D-B0B0-E8D4A1544A66}">
      <dgm:prSet/>
      <dgm:spPr/>
      <dgm:t>
        <a:bodyPr/>
        <a:lstStyle/>
        <a:p>
          <a:r>
            <a:rPr lang="en-US"/>
            <a:t>Power BI</a:t>
          </a:r>
        </a:p>
      </dgm:t>
    </dgm:pt>
    <dgm:pt modelId="{536EB315-6AE9-46BB-B24A-7F3E7C203CB2}" type="parTrans" cxnId="{591E7D96-5E78-4334-8E54-473B8D1BF948}">
      <dgm:prSet/>
      <dgm:spPr/>
      <dgm:t>
        <a:bodyPr/>
        <a:lstStyle/>
        <a:p>
          <a:endParaRPr lang="en-US"/>
        </a:p>
      </dgm:t>
    </dgm:pt>
    <dgm:pt modelId="{EFF2116B-C07C-42D7-A74E-455B56259569}" type="sibTrans" cxnId="{591E7D96-5E78-4334-8E54-473B8D1BF948}">
      <dgm:prSet/>
      <dgm:spPr/>
      <dgm:t>
        <a:bodyPr/>
        <a:lstStyle/>
        <a:p>
          <a:endParaRPr lang="en-US"/>
        </a:p>
      </dgm:t>
    </dgm:pt>
    <dgm:pt modelId="{BB9707E3-577C-4A6A-8229-EEE1E5F177EB}">
      <dgm:prSet/>
      <dgm:spPr/>
      <dgm:t>
        <a:bodyPr/>
        <a:lstStyle/>
        <a:p>
          <a:r>
            <a:rPr lang="en-US"/>
            <a:t>GitHub</a:t>
          </a:r>
        </a:p>
      </dgm:t>
    </dgm:pt>
    <dgm:pt modelId="{627E917E-EDEA-451F-B336-5960B473E528}" type="parTrans" cxnId="{8509DCB8-E23D-4EE5-9DE9-36A6EF37E0B1}">
      <dgm:prSet/>
      <dgm:spPr/>
      <dgm:t>
        <a:bodyPr/>
        <a:lstStyle/>
        <a:p>
          <a:endParaRPr lang="en-US"/>
        </a:p>
      </dgm:t>
    </dgm:pt>
    <dgm:pt modelId="{BA87DC98-AE82-4375-AA2E-D08D5A646EDC}" type="sibTrans" cxnId="{8509DCB8-E23D-4EE5-9DE9-36A6EF37E0B1}">
      <dgm:prSet/>
      <dgm:spPr/>
      <dgm:t>
        <a:bodyPr/>
        <a:lstStyle/>
        <a:p>
          <a:endParaRPr lang="en-US"/>
        </a:p>
      </dgm:t>
    </dgm:pt>
    <dgm:pt modelId="{4FC9C420-EA23-47FA-B598-670D46388FA6}" type="pres">
      <dgm:prSet presAssocID="{B6075DE4-CCFF-4D20-BA7B-5A57CAB18423}" presName="diagram" presStyleCnt="0">
        <dgm:presLayoutVars>
          <dgm:dir/>
          <dgm:resizeHandles val="exact"/>
        </dgm:presLayoutVars>
      </dgm:prSet>
      <dgm:spPr/>
    </dgm:pt>
    <dgm:pt modelId="{BFE95088-8863-4A1A-A7C5-A233950D6753}" type="pres">
      <dgm:prSet presAssocID="{89E2D0FF-F2A8-4800-9DAC-40BDCA6A82FF}" presName="node" presStyleLbl="node1" presStyleIdx="0" presStyleCnt="5">
        <dgm:presLayoutVars>
          <dgm:bulletEnabled val="1"/>
        </dgm:presLayoutVars>
      </dgm:prSet>
      <dgm:spPr/>
    </dgm:pt>
    <dgm:pt modelId="{594A4BC7-2E2C-4564-BCF2-92F4A87C6A11}" type="pres">
      <dgm:prSet presAssocID="{E03CB4C6-CCFC-4416-8F68-81223DCA2C33}" presName="sibTrans" presStyleCnt="0"/>
      <dgm:spPr/>
    </dgm:pt>
    <dgm:pt modelId="{6B61E4F3-64AE-4614-A53C-4B0E8D4B455C}" type="pres">
      <dgm:prSet presAssocID="{712B44A8-20F6-44D8-8977-C4FDCD227B4A}" presName="node" presStyleLbl="node1" presStyleIdx="1" presStyleCnt="5">
        <dgm:presLayoutVars>
          <dgm:bulletEnabled val="1"/>
        </dgm:presLayoutVars>
      </dgm:prSet>
      <dgm:spPr/>
    </dgm:pt>
    <dgm:pt modelId="{0F59FFBD-8921-4C6B-A45D-4E5A45E90709}" type="pres">
      <dgm:prSet presAssocID="{33B57F6C-F495-4E6A-A96E-3E221B31E28C}" presName="sibTrans" presStyleCnt="0"/>
      <dgm:spPr/>
    </dgm:pt>
    <dgm:pt modelId="{9C7E9F6C-AF7F-45F9-B082-3A1FEB91FB22}" type="pres">
      <dgm:prSet presAssocID="{7AA4C932-42BC-460E-BB9A-538AB39D3632}" presName="node" presStyleLbl="node1" presStyleIdx="2" presStyleCnt="5">
        <dgm:presLayoutVars>
          <dgm:bulletEnabled val="1"/>
        </dgm:presLayoutVars>
      </dgm:prSet>
      <dgm:spPr/>
    </dgm:pt>
    <dgm:pt modelId="{6956B465-E026-4040-A809-9CFBB549FABF}" type="pres">
      <dgm:prSet presAssocID="{1E950C33-2B02-416E-99FF-EB2A8910ED7C}" presName="sibTrans" presStyleCnt="0"/>
      <dgm:spPr/>
    </dgm:pt>
    <dgm:pt modelId="{78694E3C-D4BC-443F-8A7E-20E2D59973D4}" type="pres">
      <dgm:prSet presAssocID="{5DA7B4B6-6A11-4A0D-B0B0-E8D4A1544A66}" presName="node" presStyleLbl="node1" presStyleIdx="3" presStyleCnt="5">
        <dgm:presLayoutVars>
          <dgm:bulletEnabled val="1"/>
        </dgm:presLayoutVars>
      </dgm:prSet>
      <dgm:spPr/>
    </dgm:pt>
    <dgm:pt modelId="{B3B32B2B-8499-4922-944D-C218572D3923}" type="pres">
      <dgm:prSet presAssocID="{EFF2116B-C07C-42D7-A74E-455B56259569}" presName="sibTrans" presStyleCnt="0"/>
      <dgm:spPr/>
    </dgm:pt>
    <dgm:pt modelId="{BFE4B84A-BF79-4709-A881-D1210C96F15C}" type="pres">
      <dgm:prSet presAssocID="{BB9707E3-577C-4A6A-8229-EEE1E5F177EB}" presName="node" presStyleLbl="node1" presStyleIdx="4" presStyleCnt="5">
        <dgm:presLayoutVars>
          <dgm:bulletEnabled val="1"/>
        </dgm:presLayoutVars>
      </dgm:prSet>
      <dgm:spPr/>
    </dgm:pt>
  </dgm:ptLst>
  <dgm:cxnLst>
    <dgm:cxn modelId="{DE704502-547E-4FC3-9245-12EDE30E9599}" type="presOf" srcId="{7AA4C932-42BC-460E-BB9A-538AB39D3632}" destId="{9C7E9F6C-AF7F-45F9-B082-3A1FEB91FB22}" srcOrd="0" destOrd="0" presId="urn:microsoft.com/office/officeart/2005/8/layout/default"/>
    <dgm:cxn modelId="{E0529B33-886B-430B-9F11-4DB4AF1B12A0}" type="presOf" srcId="{5DA7B4B6-6A11-4A0D-B0B0-E8D4A1544A66}" destId="{78694E3C-D4BC-443F-8A7E-20E2D59973D4}" srcOrd="0" destOrd="0" presId="urn:microsoft.com/office/officeart/2005/8/layout/default"/>
    <dgm:cxn modelId="{39846365-8F12-432F-9BA7-42FA202B0C96}" srcId="{B6075DE4-CCFF-4D20-BA7B-5A57CAB18423}" destId="{89E2D0FF-F2A8-4800-9DAC-40BDCA6A82FF}" srcOrd="0" destOrd="0" parTransId="{1CF649F6-3F4E-4438-94B1-8F80E79388DB}" sibTransId="{E03CB4C6-CCFC-4416-8F68-81223DCA2C33}"/>
    <dgm:cxn modelId="{2DFFB14B-A18B-4231-85CD-CFA41358DB7D}" type="presOf" srcId="{BB9707E3-577C-4A6A-8229-EEE1E5F177EB}" destId="{BFE4B84A-BF79-4709-A881-D1210C96F15C}" srcOrd="0" destOrd="0" presId="urn:microsoft.com/office/officeart/2005/8/layout/default"/>
    <dgm:cxn modelId="{87E10955-5174-40FA-BDF9-B82D37B074D4}" type="presOf" srcId="{712B44A8-20F6-44D8-8977-C4FDCD227B4A}" destId="{6B61E4F3-64AE-4614-A53C-4B0E8D4B455C}" srcOrd="0" destOrd="0" presId="urn:microsoft.com/office/officeart/2005/8/layout/default"/>
    <dgm:cxn modelId="{591E7D96-5E78-4334-8E54-473B8D1BF948}" srcId="{B6075DE4-CCFF-4D20-BA7B-5A57CAB18423}" destId="{5DA7B4B6-6A11-4A0D-B0B0-E8D4A1544A66}" srcOrd="3" destOrd="0" parTransId="{536EB315-6AE9-46BB-B24A-7F3E7C203CB2}" sibTransId="{EFF2116B-C07C-42D7-A74E-455B56259569}"/>
    <dgm:cxn modelId="{8509DCB8-E23D-4EE5-9DE9-36A6EF37E0B1}" srcId="{B6075DE4-CCFF-4D20-BA7B-5A57CAB18423}" destId="{BB9707E3-577C-4A6A-8229-EEE1E5F177EB}" srcOrd="4" destOrd="0" parTransId="{627E917E-EDEA-451F-B336-5960B473E528}" sibTransId="{BA87DC98-AE82-4375-AA2E-D08D5A646EDC}"/>
    <dgm:cxn modelId="{901CFDC1-2E11-46FF-ADAB-0398F0B909F5}" srcId="{B6075DE4-CCFF-4D20-BA7B-5A57CAB18423}" destId="{7AA4C932-42BC-460E-BB9A-538AB39D3632}" srcOrd="2" destOrd="0" parTransId="{A0D32877-EE46-4C95-B0F0-4A76FD275F00}" sibTransId="{1E950C33-2B02-416E-99FF-EB2A8910ED7C}"/>
    <dgm:cxn modelId="{BD136BEC-8400-4305-B64D-2B43DE9A29EF}" srcId="{B6075DE4-CCFF-4D20-BA7B-5A57CAB18423}" destId="{712B44A8-20F6-44D8-8977-C4FDCD227B4A}" srcOrd="1" destOrd="0" parTransId="{B24F827C-92E3-45D7-A046-1E838A1EEADC}" sibTransId="{33B57F6C-F495-4E6A-A96E-3E221B31E28C}"/>
    <dgm:cxn modelId="{55C476FC-E342-4B52-8E67-AEC524F55D84}" type="presOf" srcId="{B6075DE4-CCFF-4D20-BA7B-5A57CAB18423}" destId="{4FC9C420-EA23-47FA-B598-670D46388FA6}" srcOrd="0" destOrd="0" presId="urn:microsoft.com/office/officeart/2005/8/layout/default"/>
    <dgm:cxn modelId="{58D91AFF-573C-4B97-8FAC-95CF40745AE4}" type="presOf" srcId="{89E2D0FF-F2A8-4800-9DAC-40BDCA6A82FF}" destId="{BFE95088-8863-4A1A-A7C5-A233950D6753}" srcOrd="0" destOrd="0" presId="urn:microsoft.com/office/officeart/2005/8/layout/default"/>
    <dgm:cxn modelId="{3164B85E-3DA7-4666-9B04-30CAF48751F1}" type="presParOf" srcId="{4FC9C420-EA23-47FA-B598-670D46388FA6}" destId="{BFE95088-8863-4A1A-A7C5-A233950D6753}" srcOrd="0" destOrd="0" presId="urn:microsoft.com/office/officeart/2005/8/layout/default"/>
    <dgm:cxn modelId="{132B989B-FE32-4DB0-A8F9-1AF2DE2DD9F5}" type="presParOf" srcId="{4FC9C420-EA23-47FA-B598-670D46388FA6}" destId="{594A4BC7-2E2C-4564-BCF2-92F4A87C6A11}" srcOrd="1" destOrd="0" presId="urn:microsoft.com/office/officeart/2005/8/layout/default"/>
    <dgm:cxn modelId="{7850D655-9EE6-49AF-B85A-B2C82DF64770}" type="presParOf" srcId="{4FC9C420-EA23-47FA-B598-670D46388FA6}" destId="{6B61E4F3-64AE-4614-A53C-4B0E8D4B455C}" srcOrd="2" destOrd="0" presId="urn:microsoft.com/office/officeart/2005/8/layout/default"/>
    <dgm:cxn modelId="{A35540EF-1AFB-4F08-B8FF-636622036261}" type="presParOf" srcId="{4FC9C420-EA23-47FA-B598-670D46388FA6}" destId="{0F59FFBD-8921-4C6B-A45D-4E5A45E90709}" srcOrd="3" destOrd="0" presId="urn:microsoft.com/office/officeart/2005/8/layout/default"/>
    <dgm:cxn modelId="{18C7684A-54C9-4F6A-BB31-406217CC2996}" type="presParOf" srcId="{4FC9C420-EA23-47FA-B598-670D46388FA6}" destId="{9C7E9F6C-AF7F-45F9-B082-3A1FEB91FB22}" srcOrd="4" destOrd="0" presId="urn:microsoft.com/office/officeart/2005/8/layout/default"/>
    <dgm:cxn modelId="{D63E5D6B-4988-4910-AA2B-D3C5081D390B}" type="presParOf" srcId="{4FC9C420-EA23-47FA-B598-670D46388FA6}" destId="{6956B465-E026-4040-A809-9CFBB549FABF}" srcOrd="5" destOrd="0" presId="urn:microsoft.com/office/officeart/2005/8/layout/default"/>
    <dgm:cxn modelId="{7F03A899-27AF-4874-A2D2-46754D4D48C0}" type="presParOf" srcId="{4FC9C420-EA23-47FA-B598-670D46388FA6}" destId="{78694E3C-D4BC-443F-8A7E-20E2D59973D4}" srcOrd="6" destOrd="0" presId="urn:microsoft.com/office/officeart/2005/8/layout/default"/>
    <dgm:cxn modelId="{FEFB97A2-6AE7-4DBD-BE61-C919B517CDC4}" type="presParOf" srcId="{4FC9C420-EA23-47FA-B598-670D46388FA6}" destId="{B3B32B2B-8499-4922-944D-C218572D3923}" srcOrd="7" destOrd="0" presId="urn:microsoft.com/office/officeart/2005/8/layout/default"/>
    <dgm:cxn modelId="{09EB71AA-ACD6-4631-8030-C23562501BE6}" type="presParOf" srcId="{4FC9C420-EA23-47FA-B598-670D46388FA6}" destId="{BFE4B84A-BF79-4709-A881-D1210C96F15C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CA5A0E9-4A7B-4427-9E86-FC5278D50E00}" type="doc">
      <dgm:prSet loTypeId="urn:microsoft.com/office/officeart/2005/8/layout/cycle1" loCatId="cycle" qsTypeId="urn:microsoft.com/office/officeart/2005/8/quickstyle/simple5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F0945B2E-7096-4070-9717-2F9EBC74A441}">
      <dgm:prSet/>
      <dgm:spPr/>
      <dgm:t>
        <a:bodyPr/>
        <a:lstStyle/>
        <a:p>
          <a:r>
            <a:rPr lang="en-US"/>
            <a:t>Lead Time</a:t>
          </a:r>
        </a:p>
      </dgm:t>
    </dgm:pt>
    <dgm:pt modelId="{65B770FA-5813-4215-9B56-CB3FAB9F4D53}" type="parTrans" cxnId="{6CA9B203-A2E6-41C9-BB78-0AAAB53C06CD}">
      <dgm:prSet/>
      <dgm:spPr/>
      <dgm:t>
        <a:bodyPr/>
        <a:lstStyle/>
        <a:p>
          <a:endParaRPr lang="en-US"/>
        </a:p>
      </dgm:t>
    </dgm:pt>
    <dgm:pt modelId="{EBA97A10-2C1B-42CB-9290-A2F062E97C8D}" type="sibTrans" cxnId="{6CA9B203-A2E6-41C9-BB78-0AAAB53C06CD}">
      <dgm:prSet/>
      <dgm:spPr/>
      <dgm:t>
        <a:bodyPr/>
        <a:lstStyle/>
        <a:p>
          <a:endParaRPr lang="en-US"/>
        </a:p>
      </dgm:t>
    </dgm:pt>
    <dgm:pt modelId="{635A69D6-BE09-42DD-9B56-764EE47E3B9C}">
      <dgm:prSet/>
      <dgm:spPr/>
      <dgm:t>
        <a:bodyPr/>
        <a:lstStyle/>
        <a:p>
          <a:r>
            <a:rPr lang="en-US"/>
            <a:t>ADR Distribution</a:t>
          </a:r>
        </a:p>
      </dgm:t>
    </dgm:pt>
    <dgm:pt modelId="{FC5DE278-307E-4A22-A50E-8F3299D06F8E}" type="parTrans" cxnId="{7C9620F5-C824-4439-B32D-FAB97B16C331}">
      <dgm:prSet/>
      <dgm:spPr/>
      <dgm:t>
        <a:bodyPr/>
        <a:lstStyle/>
        <a:p>
          <a:endParaRPr lang="en-US"/>
        </a:p>
      </dgm:t>
    </dgm:pt>
    <dgm:pt modelId="{2FD3F0AB-8317-49D1-9A06-9F256B345857}" type="sibTrans" cxnId="{7C9620F5-C824-4439-B32D-FAB97B16C331}">
      <dgm:prSet/>
      <dgm:spPr/>
      <dgm:t>
        <a:bodyPr/>
        <a:lstStyle/>
        <a:p>
          <a:endParaRPr lang="en-US"/>
        </a:p>
      </dgm:t>
    </dgm:pt>
    <dgm:pt modelId="{E7F8A852-AABA-4D10-8FA0-6E78CCA04A93}">
      <dgm:prSet/>
      <dgm:spPr/>
      <dgm:t>
        <a:bodyPr/>
        <a:lstStyle/>
        <a:p>
          <a:r>
            <a:rPr lang="en-US"/>
            <a:t>Correlation Heatmap</a:t>
          </a:r>
        </a:p>
      </dgm:t>
    </dgm:pt>
    <dgm:pt modelId="{94FFD850-E634-4AB5-84E3-C98A626455C6}" type="parTrans" cxnId="{E8D5D7EC-0471-4C5C-8C81-7F38BCA6A31A}">
      <dgm:prSet/>
      <dgm:spPr/>
      <dgm:t>
        <a:bodyPr/>
        <a:lstStyle/>
        <a:p>
          <a:endParaRPr lang="en-US"/>
        </a:p>
      </dgm:t>
    </dgm:pt>
    <dgm:pt modelId="{8B280D7E-A4FC-4FB8-8D60-278238BDA68E}" type="sibTrans" cxnId="{E8D5D7EC-0471-4C5C-8C81-7F38BCA6A31A}">
      <dgm:prSet/>
      <dgm:spPr/>
      <dgm:t>
        <a:bodyPr/>
        <a:lstStyle/>
        <a:p>
          <a:endParaRPr lang="en-US"/>
        </a:p>
      </dgm:t>
    </dgm:pt>
    <dgm:pt modelId="{CF34D7C7-653C-40F2-91DD-0285CA08D411}">
      <dgm:prSet/>
      <dgm:spPr/>
      <dgm:t>
        <a:bodyPr/>
        <a:lstStyle/>
        <a:p>
          <a:r>
            <a:rPr lang="en-US"/>
            <a:t>Cancellation Analysis</a:t>
          </a:r>
        </a:p>
      </dgm:t>
    </dgm:pt>
    <dgm:pt modelId="{B69A6F69-6380-46AB-AE1A-A3245638100A}" type="parTrans" cxnId="{BC1060D4-7513-4618-A1CD-C8C75581463B}">
      <dgm:prSet/>
      <dgm:spPr/>
      <dgm:t>
        <a:bodyPr/>
        <a:lstStyle/>
        <a:p>
          <a:endParaRPr lang="en-US"/>
        </a:p>
      </dgm:t>
    </dgm:pt>
    <dgm:pt modelId="{D402150E-D413-46FF-AF11-0210AD2A112F}" type="sibTrans" cxnId="{BC1060D4-7513-4618-A1CD-C8C75581463B}">
      <dgm:prSet/>
      <dgm:spPr/>
      <dgm:t>
        <a:bodyPr/>
        <a:lstStyle/>
        <a:p>
          <a:endParaRPr lang="en-US"/>
        </a:p>
      </dgm:t>
    </dgm:pt>
    <dgm:pt modelId="{B60C00D2-CA7E-4237-A713-F52B3A229E03}" type="pres">
      <dgm:prSet presAssocID="{4CA5A0E9-4A7B-4427-9E86-FC5278D50E00}" presName="cycle" presStyleCnt="0">
        <dgm:presLayoutVars>
          <dgm:dir/>
          <dgm:resizeHandles val="exact"/>
        </dgm:presLayoutVars>
      </dgm:prSet>
      <dgm:spPr/>
    </dgm:pt>
    <dgm:pt modelId="{241F0CCD-97C7-416A-9B1B-871048B970B4}" type="pres">
      <dgm:prSet presAssocID="{F0945B2E-7096-4070-9717-2F9EBC74A441}" presName="dummy" presStyleCnt="0"/>
      <dgm:spPr/>
    </dgm:pt>
    <dgm:pt modelId="{B923E7DC-8871-4068-950F-853704E623CA}" type="pres">
      <dgm:prSet presAssocID="{F0945B2E-7096-4070-9717-2F9EBC74A441}" presName="node" presStyleLbl="revTx" presStyleIdx="0" presStyleCnt="4">
        <dgm:presLayoutVars>
          <dgm:bulletEnabled val="1"/>
        </dgm:presLayoutVars>
      </dgm:prSet>
      <dgm:spPr/>
    </dgm:pt>
    <dgm:pt modelId="{8495E7F0-8231-4FE1-8CD8-9661EF04C8C2}" type="pres">
      <dgm:prSet presAssocID="{EBA97A10-2C1B-42CB-9290-A2F062E97C8D}" presName="sibTrans" presStyleLbl="node1" presStyleIdx="0" presStyleCnt="4"/>
      <dgm:spPr/>
    </dgm:pt>
    <dgm:pt modelId="{7575273D-E35C-4FB9-91AE-EBF55CE158D2}" type="pres">
      <dgm:prSet presAssocID="{635A69D6-BE09-42DD-9B56-764EE47E3B9C}" presName="dummy" presStyleCnt="0"/>
      <dgm:spPr/>
    </dgm:pt>
    <dgm:pt modelId="{43785051-DB24-4619-9409-FD7539E155B2}" type="pres">
      <dgm:prSet presAssocID="{635A69D6-BE09-42DD-9B56-764EE47E3B9C}" presName="node" presStyleLbl="revTx" presStyleIdx="1" presStyleCnt="4">
        <dgm:presLayoutVars>
          <dgm:bulletEnabled val="1"/>
        </dgm:presLayoutVars>
      </dgm:prSet>
      <dgm:spPr/>
    </dgm:pt>
    <dgm:pt modelId="{F1120F15-5893-445B-BB71-AD69471C272E}" type="pres">
      <dgm:prSet presAssocID="{2FD3F0AB-8317-49D1-9A06-9F256B345857}" presName="sibTrans" presStyleLbl="node1" presStyleIdx="1" presStyleCnt="4"/>
      <dgm:spPr/>
    </dgm:pt>
    <dgm:pt modelId="{97DB1DE9-1B59-4391-A42C-C77BC0F10A6E}" type="pres">
      <dgm:prSet presAssocID="{E7F8A852-AABA-4D10-8FA0-6E78CCA04A93}" presName="dummy" presStyleCnt="0"/>
      <dgm:spPr/>
    </dgm:pt>
    <dgm:pt modelId="{CF7CEB00-2505-4E58-B6E3-64A633245BE3}" type="pres">
      <dgm:prSet presAssocID="{E7F8A852-AABA-4D10-8FA0-6E78CCA04A93}" presName="node" presStyleLbl="revTx" presStyleIdx="2" presStyleCnt="4">
        <dgm:presLayoutVars>
          <dgm:bulletEnabled val="1"/>
        </dgm:presLayoutVars>
      </dgm:prSet>
      <dgm:spPr/>
    </dgm:pt>
    <dgm:pt modelId="{6EBAC781-9D5C-4FF5-A5A8-ACEEE615B090}" type="pres">
      <dgm:prSet presAssocID="{8B280D7E-A4FC-4FB8-8D60-278238BDA68E}" presName="sibTrans" presStyleLbl="node1" presStyleIdx="2" presStyleCnt="4"/>
      <dgm:spPr/>
    </dgm:pt>
    <dgm:pt modelId="{419E72EB-1AF2-4ED4-8619-28F2AA2A6437}" type="pres">
      <dgm:prSet presAssocID="{CF34D7C7-653C-40F2-91DD-0285CA08D411}" presName="dummy" presStyleCnt="0"/>
      <dgm:spPr/>
    </dgm:pt>
    <dgm:pt modelId="{8BA4148F-BF2B-4220-B754-845D6E644E00}" type="pres">
      <dgm:prSet presAssocID="{CF34D7C7-653C-40F2-91DD-0285CA08D411}" presName="node" presStyleLbl="revTx" presStyleIdx="3" presStyleCnt="4">
        <dgm:presLayoutVars>
          <dgm:bulletEnabled val="1"/>
        </dgm:presLayoutVars>
      </dgm:prSet>
      <dgm:spPr/>
    </dgm:pt>
    <dgm:pt modelId="{74761833-3BCD-4C89-86C5-A1C5240005E7}" type="pres">
      <dgm:prSet presAssocID="{D402150E-D413-46FF-AF11-0210AD2A112F}" presName="sibTrans" presStyleLbl="node1" presStyleIdx="3" presStyleCnt="4"/>
      <dgm:spPr/>
    </dgm:pt>
  </dgm:ptLst>
  <dgm:cxnLst>
    <dgm:cxn modelId="{6CA9B203-A2E6-41C9-BB78-0AAAB53C06CD}" srcId="{4CA5A0E9-4A7B-4427-9E86-FC5278D50E00}" destId="{F0945B2E-7096-4070-9717-2F9EBC74A441}" srcOrd="0" destOrd="0" parTransId="{65B770FA-5813-4215-9B56-CB3FAB9F4D53}" sibTransId="{EBA97A10-2C1B-42CB-9290-A2F062E97C8D}"/>
    <dgm:cxn modelId="{68C94F1C-486F-40D7-B95A-3BBC38B8E3EB}" type="presOf" srcId="{EBA97A10-2C1B-42CB-9290-A2F062E97C8D}" destId="{8495E7F0-8231-4FE1-8CD8-9661EF04C8C2}" srcOrd="0" destOrd="0" presId="urn:microsoft.com/office/officeart/2005/8/layout/cycle1"/>
    <dgm:cxn modelId="{3A7DA63A-01C7-4F90-8F95-73959EB9E3E2}" type="presOf" srcId="{F0945B2E-7096-4070-9717-2F9EBC74A441}" destId="{B923E7DC-8871-4068-950F-853704E623CA}" srcOrd="0" destOrd="0" presId="urn:microsoft.com/office/officeart/2005/8/layout/cycle1"/>
    <dgm:cxn modelId="{348DFA87-C72A-497A-AABD-C4A6402D10FA}" type="presOf" srcId="{2FD3F0AB-8317-49D1-9A06-9F256B345857}" destId="{F1120F15-5893-445B-BB71-AD69471C272E}" srcOrd="0" destOrd="0" presId="urn:microsoft.com/office/officeart/2005/8/layout/cycle1"/>
    <dgm:cxn modelId="{E2AAEBB7-FDF6-4C00-AB00-7FE19E5B71BC}" type="presOf" srcId="{D402150E-D413-46FF-AF11-0210AD2A112F}" destId="{74761833-3BCD-4C89-86C5-A1C5240005E7}" srcOrd="0" destOrd="0" presId="urn:microsoft.com/office/officeart/2005/8/layout/cycle1"/>
    <dgm:cxn modelId="{BC1060D4-7513-4618-A1CD-C8C75581463B}" srcId="{4CA5A0E9-4A7B-4427-9E86-FC5278D50E00}" destId="{CF34D7C7-653C-40F2-91DD-0285CA08D411}" srcOrd="3" destOrd="0" parTransId="{B69A6F69-6380-46AB-AE1A-A3245638100A}" sibTransId="{D402150E-D413-46FF-AF11-0210AD2A112F}"/>
    <dgm:cxn modelId="{F13503D7-3A04-4866-9A58-7F9DFAA32667}" type="presOf" srcId="{635A69D6-BE09-42DD-9B56-764EE47E3B9C}" destId="{43785051-DB24-4619-9409-FD7539E155B2}" srcOrd="0" destOrd="0" presId="urn:microsoft.com/office/officeart/2005/8/layout/cycle1"/>
    <dgm:cxn modelId="{31349FE9-85D3-4944-8515-A5AF5F958589}" type="presOf" srcId="{E7F8A852-AABA-4D10-8FA0-6E78CCA04A93}" destId="{CF7CEB00-2505-4E58-B6E3-64A633245BE3}" srcOrd="0" destOrd="0" presId="urn:microsoft.com/office/officeart/2005/8/layout/cycle1"/>
    <dgm:cxn modelId="{E8D5D7EC-0471-4C5C-8C81-7F38BCA6A31A}" srcId="{4CA5A0E9-4A7B-4427-9E86-FC5278D50E00}" destId="{E7F8A852-AABA-4D10-8FA0-6E78CCA04A93}" srcOrd="2" destOrd="0" parTransId="{94FFD850-E634-4AB5-84E3-C98A626455C6}" sibTransId="{8B280D7E-A4FC-4FB8-8D60-278238BDA68E}"/>
    <dgm:cxn modelId="{05B2B8ED-09DA-438D-91C1-1F5FDA7789A2}" type="presOf" srcId="{CF34D7C7-653C-40F2-91DD-0285CA08D411}" destId="{8BA4148F-BF2B-4220-B754-845D6E644E00}" srcOrd="0" destOrd="0" presId="urn:microsoft.com/office/officeart/2005/8/layout/cycle1"/>
    <dgm:cxn modelId="{7C9620F5-C824-4439-B32D-FAB97B16C331}" srcId="{4CA5A0E9-4A7B-4427-9E86-FC5278D50E00}" destId="{635A69D6-BE09-42DD-9B56-764EE47E3B9C}" srcOrd="1" destOrd="0" parTransId="{FC5DE278-307E-4A22-A50E-8F3299D06F8E}" sibTransId="{2FD3F0AB-8317-49D1-9A06-9F256B345857}"/>
    <dgm:cxn modelId="{177CACF5-A454-446F-87F5-F37C42CC7155}" type="presOf" srcId="{4CA5A0E9-4A7B-4427-9E86-FC5278D50E00}" destId="{B60C00D2-CA7E-4237-A713-F52B3A229E03}" srcOrd="0" destOrd="0" presId="urn:microsoft.com/office/officeart/2005/8/layout/cycle1"/>
    <dgm:cxn modelId="{903D6CFB-0C15-4587-9BF4-695C2A590781}" type="presOf" srcId="{8B280D7E-A4FC-4FB8-8D60-278238BDA68E}" destId="{6EBAC781-9D5C-4FF5-A5A8-ACEEE615B090}" srcOrd="0" destOrd="0" presId="urn:microsoft.com/office/officeart/2005/8/layout/cycle1"/>
    <dgm:cxn modelId="{BA0719C9-44A1-4788-8E7A-CBC0C68F4821}" type="presParOf" srcId="{B60C00D2-CA7E-4237-A713-F52B3A229E03}" destId="{241F0CCD-97C7-416A-9B1B-871048B970B4}" srcOrd="0" destOrd="0" presId="urn:microsoft.com/office/officeart/2005/8/layout/cycle1"/>
    <dgm:cxn modelId="{7C787244-0669-47C7-8FCA-3E91CF5838B5}" type="presParOf" srcId="{B60C00D2-CA7E-4237-A713-F52B3A229E03}" destId="{B923E7DC-8871-4068-950F-853704E623CA}" srcOrd="1" destOrd="0" presId="urn:microsoft.com/office/officeart/2005/8/layout/cycle1"/>
    <dgm:cxn modelId="{A6F73044-588C-4742-8CD2-7A99A4C47A8A}" type="presParOf" srcId="{B60C00D2-CA7E-4237-A713-F52B3A229E03}" destId="{8495E7F0-8231-4FE1-8CD8-9661EF04C8C2}" srcOrd="2" destOrd="0" presId="urn:microsoft.com/office/officeart/2005/8/layout/cycle1"/>
    <dgm:cxn modelId="{AD4F5470-94B3-4D28-B35B-E8FBE13D34E9}" type="presParOf" srcId="{B60C00D2-CA7E-4237-A713-F52B3A229E03}" destId="{7575273D-E35C-4FB9-91AE-EBF55CE158D2}" srcOrd="3" destOrd="0" presId="urn:microsoft.com/office/officeart/2005/8/layout/cycle1"/>
    <dgm:cxn modelId="{6374F710-E03C-4EAB-8EEF-90D7E08328F2}" type="presParOf" srcId="{B60C00D2-CA7E-4237-A713-F52B3A229E03}" destId="{43785051-DB24-4619-9409-FD7539E155B2}" srcOrd="4" destOrd="0" presId="urn:microsoft.com/office/officeart/2005/8/layout/cycle1"/>
    <dgm:cxn modelId="{8D741D92-871C-4181-A88D-0F175676BA66}" type="presParOf" srcId="{B60C00D2-CA7E-4237-A713-F52B3A229E03}" destId="{F1120F15-5893-445B-BB71-AD69471C272E}" srcOrd="5" destOrd="0" presId="urn:microsoft.com/office/officeart/2005/8/layout/cycle1"/>
    <dgm:cxn modelId="{EA00EAFC-176C-49C4-8E42-A63ED4E7FB5A}" type="presParOf" srcId="{B60C00D2-CA7E-4237-A713-F52B3A229E03}" destId="{97DB1DE9-1B59-4391-A42C-C77BC0F10A6E}" srcOrd="6" destOrd="0" presId="urn:microsoft.com/office/officeart/2005/8/layout/cycle1"/>
    <dgm:cxn modelId="{36230E63-F9E7-4BC9-9632-99FD8BDC74FD}" type="presParOf" srcId="{B60C00D2-CA7E-4237-A713-F52B3A229E03}" destId="{CF7CEB00-2505-4E58-B6E3-64A633245BE3}" srcOrd="7" destOrd="0" presId="urn:microsoft.com/office/officeart/2005/8/layout/cycle1"/>
    <dgm:cxn modelId="{CBAD1EB9-6735-430B-8F2A-4764B63DEB62}" type="presParOf" srcId="{B60C00D2-CA7E-4237-A713-F52B3A229E03}" destId="{6EBAC781-9D5C-4FF5-A5A8-ACEEE615B090}" srcOrd="8" destOrd="0" presId="urn:microsoft.com/office/officeart/2005/8/layout/cycle1"/>
    <dgm:cxn modelId="{D3DA9F56-75D2-4C89-9F37-70077A0F82A7}" type="presParOf" srcId="{B60C00D2-CA7E-4237-A713-F52B3A229E03}" destId="{419E72EB-1AF2-4ED4-8619-28F2AA2A6437}" srcOrd="9" destOrd="0" presId="urn:microsoft.com/office/officeart/2005/8/layout/cycle1"/>
    <dgm:cxn modelId="{E1C6ACA1-41B8-4340-996E-731889D84714}" type="presParOf" srcId="{B60C00D2-CA7E-4237-A713-F52B3A229E03}" destId="{8BA4148F-BF2B-4220-B754-845D6E644E00}" srcOrd="10" destOrd="0" presId="urn:microsoft.com/office/officeart/2005/8/layout/cycle1"/>
    <dgm:cxn modelId="{FAE1FA44-41F7-4BE0-B928-B70B90B7ED64}" type="presParOf" srcId="{B60C00D2-CA7E-4237-A713-F52B3A229E03}" destId="{74761833-3BCD-4C89-86C5-A1C5240005E7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7634E9C-B004-4BF8-8D42-B130F24CCF2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ECA3D2FB-948D-48BC-800A-5E5C963AC529}">
      <dgm:prSet/>
      <dgm:spPr/>
      <dgm:t>
        <a:bodyPr/>
        <a:lstStyle/>
        <a:p>
          <a:r>
            <a:rPr lang="en-US"/>
            <a:t>Corporate</a:t>
          </a:r>
        </a:p>
      </dgm:t>
    </dgm:pt>
    <dgm:pt modelId="{5D331184-BFC1-4726-853F-DB7599BD05CB}" type="parTrans" cxnId="{6700DC12-96F6-4E43-8858-01AEE3DF8480}">
      <dgm:prSet/>
      <dgm:spPr/>
      <dgm:t>
        <a:bodyPr/>
        <a:lstStyle/>
        <a:p>
          <a:endParaRPr lang="en-US"/>
        </a:p>
      </dgm:t>
    </dgm:pt>
    <dgm:pt modelId="{12F3D1DF-ED90-4B94-BDAE-95AE6CE48251}" type="sibTrans" cxnId="{6700DC12-96F6-4E43-8858-01AEE3DF8480}">
      <dgm:prSet/>
      <dgm:spPr/>
      <dgm:t>
        <a:bodyPr/>
        <a:lstStyle/>
        <a:p>
          <a:endParaRPr lang="en-US"/>
        </a:p>
      </dgm:t>
    </dgm:pt>
    <dgm:pt modelId="{B0018C32-A3AD-4D2E-BA3D-04ED5DA72FE7}">
      <dgm:prSet/>
      <dgm:spPr/>
      <dgm:t>
        <a:bodyPr/>
        <a:lstStyle/>
        <a:p>
          <a:r>
            <a:rPr lang="en-US"/>
            <a:t>Leisure</a:t>
          </a:r>
        </a:p>
      </dgm:t>
    </dgm:pt>
    <dgm:pt modelId="{AF2EDF96-9B06-404A-946F-2097119F951C}" type="parTrans" cxnId="{878527BA-A7D5-4E86-8A13-9E58E7E4659D}">
      <dgm:prSet/>
      <dgm:spPr/>
      <dgm:t>
        <a:bodyPr/>
        <a:lstStyle/>
        <a:p>
          <a:endParaRPr lang="en-US"/>
        </a:p>
      </dgm:t>
    </dgm:pt>
    <dgm:pt modelId="{8CBCD2DC-5759-4003-B299-C0A4E22E0382}" type="sibTrans" cxnId="{878527BA-A7D5-4E86-8A13-9E58E7E4659D}">
      <dgm:prSet/>
      <dgm:spPr/>
      <dgm:t>
        <a:bodyPr/>
        <a:lstStyle/>
        <a:p>
          <a:endParaRPr lang="en-US"/>
        </a:p>
      </dgm:t>
    </dgm:pt>
    <dgm:pt modelId="{1D8CAEA6-F14A-4F76-8D79-2422278A8326}">
      <dgm:prSet/>
      <dgm:spPr/>
      <dgm:t>
        <a:bodyPr/>
        <a:lstStyle/>
        <a:p>
          <a:r>
            <a:rPr lang="en-US"/>
            <a:t>Early Bookers</a:t>
          </a:r>
        </a:p>
      </dgm:t>
    </dgm:pt>
    <dgm:pt modelId="{424099D4-9519-4821-AB92-4D659D598247}" type="parTrans" cxnId="{C4E59C9D-F89A-4286-81C7-BC7380C95677}">
      <dgm:prSet/>
      <dgm:spPr/>
      <dgm:t>
        <a:bodyPr/>
        <a:lstStyle/>
        <a:p>
          <a:endParaRPr lang="en-US"/>
        </a:p>
      </dgm:t>
    </dgm:pt>
    <dgm:pt modelId="{6C78DE4B-82B5-4916-B321-74BB238BDB52}" type="sibTrans" cxnId="{C4E59C9D-F89A-4286-81C7-BC7380C95677}">
      <dgm:prSet/>
      <dgm:spPr/>
      <dgm:t>
        <a:bodyPr/>
        <a:lstStyle/>
        <a:p>
          <a:endParaRPr lang="en-US"/>
        </a:p>
      </dgm:t>
    </dgm:pt>
    <dgm:pt modelId="{1D0A19BB-638A-451B-977A-F2821ECB618E}">
      <dgm:prSet/>
      <dgm:spPr/>
      <dgm:t>
        <a:bodyPr/>
        <a:lstStyle/>
        <a:p>
          <a:r>
            <a:rPr lang="en-US"/>
            <a:t>Last-minute Bookers</a:t>
          </a:r>
        </a:p>
      </dgm:t>
    </dgm:pt>
    <dgm:pt modelId="{D7EDE9DD-E485-4B51-AFE5-14112955CA50}" type="parTrans" cxnId="{C765D55E-4A6D-4754-A7BC-F950434F547D}">
      <dgm:prSet/>
      <dgm:spPr/>
      <dgm:t>
        <a:bodyPr/>
        <a:lstStyle/>
        <a:p>
          <a:endParaRPr lang="en-US"/>
        </a:p>
      </dgm:t>
    </dgm:pt>
    <dgm:pt modelId="{1EB498C7-C58E-4F70-8E57-119AC062F7FE}" type="sibTrans" cxnId="{C765D55E-4A6D-4754-A7BC-F950434F547D}">
      <dgm:prSet/>
      <dgm:spPr/>
      <dgm:t>
        <a:bodyPr/>
        <a:lstStyle/>
        <a:p>
          <a:endParaRPr lang="en-US"/>
        </a:p>
      </dgm:t>
    </dgm:pt>
    <dgm:pt modelId="{62E59EC0-0DA8-45F1-B111-BE889029C01B}" type="pres">
      <dgm:prSet presAssocID="{77634E9C-B004-4BF8-8D42-B130F24CCF29}" presName="root" presStyleCnt="0">
        <dgm:presLayoutVars>
          <dgm:dir/>
          <dgm:resizeHandles val="exact"/>
        </dgm:presLayoutVars>
      </dgm:prSet>
      <dgm:spPr/>
    </dgm:pt>
    <dgm:pt modelId="{47D1892F-4BE7-456D-8CDE-9964433DB15A}" type="pres">
      <dgm:prSet presAssocID="{ECA3D2FB-948D-48BC-800A-5E5C963AC529}" presName="compNode" presStyleCnt="0"/>
      <dgm:spPr/>
    </dgm:pt>
    <dgm:pt modelId="{A97545F5-FFC3-450C-AD6C-7B8B6B410C0E}" type="pres">
      <dgm:prSet presAssocID="{ECA3D2FB-948D-48BC-800A-5E5C963AC52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5292141B-E48F-4AC8-8FFA-B7F70BB99614}" type="pres">
      <dgm:prSet presAssocID="{ECA3D2FB-948D-48BC-800A-5E5C963AC529}" presName="spaceRect" presStyleCnt="0"/>
      <dgm:spPr/>
    </dgm:pt>
    <dgm:pt modelId="{D3AA82F9-EB8C-4CE3-8A35-22A744D793CF}" type="pres">
      <dgm:prSet presAssocID="{ECA3D2FB-948D-48BC-800A-5E5C963AC529}" presName="textRect" presStyleLbl="revTx" presStyleIdx="0" presStyleCnt="4">
        <dgm:presLayoutVars>
          <dgm:chMax val="1"/>
          <dgm:chPref val="1"/>
        </dgm:presLayoutVars>
      </dgm:prSet>
      <dgm:spPr/>
    </dgm:pt>
    <dgm:pt modelId="{4204EECC-DBD2-45BF-ABB3-0CEAF376E528}" type="pres">
      <dgm:prSet presAssocID="{12F3D1DF-ED90-4B94-BDAE-95AE6CE48251}" presName="sibTrans" presStyleCnt="0"/>
      <dgm:spPr/>
    </dgm:pt>
    <dgm:pt modelId="{7E324862-E3CB-4588-8A45-8741E165B1E2}" type="pres">
      <dgm:prSet presAssocID="{B0018C32-A3AD-4D2E-BA3D-04ED5DA72FE7}" presName="compNode" presStyleCnt="0"/>
      <dgm:spPr/>
    </dgm:pt>
    <dgm:pt modelId="{98173FB1-17C3-4A55-B179-575F67795BF9}" type="pres">
      <dgm:prSet presAssocID="{B0018C32-A3AD-4D2E-BA3D-04ED5DA72FE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31FE92ED-3D8E-4430-BE5E-6ED6FD991CC5}" type="pres">
      <dgm:prSet presAssocID="{B0018C32-A3AD-4D2E-BA3D-04ED5DA72FE7}" presName="spaceRect" presStyleCnt="0"/>
      <dgm:spPr/>
    </dgm:pt>
    <dgm:pt modelId="{8100A616-D82D-4174-A2B4-3E24CD03148C}" type="pres">
      <dgm:prSet presAssocID="{B0018C32-A3AD-4D2E-BA3D-04ED5DA72FE7}" presName="textRect" presStyleLbl="revTx" presStyleIdx="1" presStyleCnt="4">
        <dgm:presLayoutVars>
          <dgm:chMax val="1"/>
          <dgm:chPref val="1"/>
        </dgm:presLayoutVars>
      </dgm:prSet>
      <dgm:spPr/>
    </dgm:pt>
    <dgm:pt modelId="{5D079917-8EE2-45D1-A98C-C48AC5251AAC}" type="pres">
      <dgm:prSet presAssocID="{8CBCD2DC-5759-4003-B299-C0A4E22E0382}" presName="sibTrans" presStyleCnt="0"/>
      <dgm:spPr/>
    </dgm:pt>
    <dgm:pt modelId="{655BCA86-9C5F-4499-880B-591CE2B817A4}" type="pres">
      <dgm:prSet presAssocID="{1D8CAEA6-F14A-4F76-8D79-2422278A8326}" presName="compNode" presStyleCnt="0"/>
      <dgm:spPr/>
    </dgm:pt>
    <dgm:pt modelId="{683D1B1E-8024-45E7-A2BF-EA2D8E477636}" type="pres">
      <dgm:prSet presAssocID="{1D8CAEA6-F14A-4F76-8D79-2422278A832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1A2C09C-42F2-4F94-9512-AFBA8CB56C2D}" type="pres">
      <dgm:prSet presAssocID="{1D8CAEA6-F14A-4F76-8D79-2422278A8326}" presName="spaceRect" presStyleCnt="0"/>
      <dgm:spPr/>
    </dgm:pt>
    <dgm:pt modelId="{AD94D2D2-FE90-4852-BE9F-E587F24CD582}" type="pres">
      <dgm:prSet presAssocID="{1D8CAEA6-F14A-4F76-8D79-2422278A8326}" presName="textRect" presStyleLbl="revTx" presStyleIdx="2" presStyleCnt="4">
        <dgm:presLayoutVars>
          <dgm:chMax val="1"/>
          <dgm:chPref val="1"/>
        </dgm:presLayoutVars>
      </dgm:prSet>
      <dgm:spPr/>
    </dgm:pt>
    <dgm:pt modelId="{BB86CF24-ECE6-49FF-A46D-47E0806B59EB}" type="pres">
      <dgm:prSet presAssocID="{6C78DE4B-82B5-4916-B321-74BB238BDB52}" presName="sibTrans" presStyleCnt="0"/>
      <dgm:spPr/>
    </dgm:pt>
    <dgm:pt modelId="{6135AC7C-ACC9-477A-8D72-F15F41FA2F2F}" type="pres">
      <dgm:prSet presAssocID="{1D0A19BB-638A-451B-977A-F2821ECB618E}" presName="compNode" presStyleCnt="0"/>
      <dgm:spPr/>
    </dgm:pt>
    <dgm:pt modelId="{E1F5CF72-2B41-4867-8658-C0A58D3A93AA}" type="pres">
      <dgm:prSet presAssocID="{1D0A19BB-638A-451B-977A-F2821ECB618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FA74F1C-7366-4FFA-A3F1-D87DAB08A47D}" type="pres">
      <dgm:prSet presAssocID="{1D0A19BB-638A-451B-977A-F2821ECB618E}" presName="spaceRect" presStyleCnt="0"/>
      <dgm:spPr/>
    </dgm:pt>
    <dgm:pt modelId="{5D93C15B-D15D-43EF-9148-4F84ECA4FAB8}" type="pres">
      <dgm:prSet presAssocID="{1D0A19BB-638A-451B-977A-F2821ECB618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700DC12-96F6-4E43-8858-01AEE3DF8480}" srcId="{77634E9C-B004-4BF8-8D42-B130F24CCF29}" destId="{ECA3D2FB-948D-48BC-800A-5E5C963AC529}" srcOrd="0" destOrd="0" parTransId="{5D331184-BFC1-4726-853F-DB7599BD05CB}" sibTransId="{12F3D1DF-ED90-4B94-BDAE-95AE6CE48251}"/>
    <dgm:cxn modelId="{D1C9C633-8492-4320-B902-BDEB2F797C4D}" type="presOf" srcId="{1D8CAEA6-F14A-4F76-8D79-2422278A8326}" destId="{AD94D2D2-FE90-4852-BE9F-E587F24CD582}" srcOrd="0" destOrd="0" presId="urn:microsoft.com/office/officeart/2018/2/layout/IconLabelList"/>
    <dgm:cxn modelId="{4D06BE5E-D971-4447-B615-BFE76FBA724D}" type="presOf" srcId="{B0018C32-A3AD-4D2E-BA3D-04ED5DA72FE7}" destId="{8100A616-D82D-4174-A2B4-3E24CD03148C}" srcOrd="0" destOrd="0" presId="urn:microsoft.com/office/officeart/2018/2/layout/IconLabelList"/>
    <dgm:cxn modelId="{C765D55E-4A6D-4754-A7BC-F950434F547D}" srcId="{77634E9C-B004-4BF8-8D42-B130F24CCF29}" destId="{1D0A19BB-638A-451B-977A-F2821ECB618E}" srcOrd="3" destOrd="0" parTransId="{D7EDE9DD-E485-4B51-AFE5-14112955CA50}" sibTransId="{1EB498C7-C58E-4F70-8E57-119AC062F7FE}"/>
    <dgm:cxn modelId="{7D41074F-3749-4BED-9F76-56D6966DF14C}" type="presOf" srcId="{1D0A19BB-638A-451B-977A-F2821ECB618E}" destId="{5D93C15B-D15D-43EF-9148-4F84ECA4FAB8}" srcOrd="0" destOrd="0" presId="urn:microsoft.com/office/officeart/2018/2/layout/IconLabelList"/>
    <dgm:cxn modelId="{C4E59C9D-F89A-4286-81C7-BC7380C95677}" srcId="{77634E9C-B004-4BF8-8D42-B130F24CCF29}" destId="{1D8CAEA6-F14A-4F76-8D79-2422278A8326}" srcOrd="2" destOrd="0" parTransId="{424099D4-9519-4821-AB92-4D659D598247}" sibTransId="{6C78DE4B-82B5-4916-B321-74BB238BDB52}"/>
    <dgm:cxn modelId="{878527BA-A7D5-4E86-8A13-9E58E7E4659D}" srcId="{77634E9C-B004-4BF8-8D42-B130F24CCF29}" destId="{B0018C32-A3AD-4D2E-BA3D-04ED5DA72FE7}" srcOrd="1" destOrd="0" parTransId="{AF2EDF96-9B06-404A-946F-2097119F951C}" sibTransId="{8CBCD2DC-5759-4003-B299-C0A4E22E0382}"/>
    <dgm:cxn modelId="{587A8DBD-EDEF-4F83-9D04-6A5CC7332E3F}" type="presOf" srcId="{77634E9C-B004-4BF8-8D42-B130F24CCF29}" destId="{62E59EC0-0DA8-45F1-B111-BE889029C01B}" srcOrd="0" destOrd="0" presId="urn:microsoft.com/office/officeart/2018/2/layout/IconLabelList"/>
    <dgm:cxn modelId="{DCD307F2-4033-4AFC-8A36-107CF4E239B0}" type="presOf" srcId="{ECA3D2FB-948D-48BC-800A-5E5C963AC529}" destId="{D3AA82F9-EB8C-4CE3-8A35-22A744D793CF}" srcOrd="0" destOrd="0" presId="urn:microsoft.com/office/officeart/2018/2/layout/IconLabelList"/>
    <dgm:cxn modelId="{500DDF88-5E24-41DE-B52A-DFB57EC99D87}" type="presParOf" srcId="{62E59EC0-0DA8-45F1-B111-BE889029C01B}" destId="{47D1892F-4BE7-456D-8CDE-9964433DB15A}" srcOrd="0" destOrd="0" presId="urn:microsoft.com/office/officeart/2018/2/layout/IconLabelList"/>
    <dgm:cxn modelId="{E4ACD779-2451-4560-A13A-62F053506462}" type="presParOf" srcId="{47D1892F-4BE7-456D-8CDE-9964433DB15A}" destId="{A97545F5-FFC3-450C-AD6C-7B8B6B410C0E}" srcOrd="0" destOrd="0" presId="urn:microsoft.com/office/officeart/2018/2/layout/IconLabelList"/>
    <dgm:cxn modelId="{46637D8F-98B7-4931-8C89-591A8EE45C62}" type="presParOf" srcId="{47D1892F-4BE7-456D-8CDE-9964433DB15A}" destId="{5292141B-E48F-4AC8-8FFA-B7F70BB99614}" srcOrd="1" destOrd="0" presId="urn:microsoft.com/office/officeart/2018/2/layout/IconLabelList"/>
    <dgm:cxn modelId="{4E7DB7FE-DBE8-4CA4-BE59-A1BED64566AF}" type="presParOf" srcId="{47D1892F-4BE7-456D-8CDE-9964433DB15A}" destId="{D3AA82F9-EB8C-4CE3-8A35-22A744D793CF}" srcOrd="2" destOrd="0" presId="urn:microsoft.com/office/officeart/2018/2/layout/IconLabelList"/>
    <dgm:cxn modelId="{DA08807F-7103-4274-B877-25EE051BD574}" type="presParOf" srcId="{62E59EC0-0DA8-45F1-B111-BE889029C01B}" destId="{4204EECC-DBD2-45BF-ABB3-0CEAF376E528}" srcOrd="1" destOrd="0" presId="urn:microsoft.com/office/officeart/2018/2/layout/IconLabelList"/>
    <dgm:cxn modelId="{E081B8A4-33BE-42D8-BEC6-62C6B76B98E0}" type="presParOf" srcId="{62E59EC0-0DA8-45F1-B111-BE889029C01B}" destId="{7E324862-E3CB-4588-8A45-8741E165B1E2}" srcOrd="2" destOrd="0" presId="urn:microsoft.com/office/officeart/2018/2/layout/IconLabelList"/>
    <dgm:cxn modelId="{991AA9D8-EBB3-4BBC-B57D-266F6D773B1C}" type="presParOf" srcId="{7E324862-E3CB-4588-8A45-8741E165B1E2}" destId="{98173FB1-17C3-4A55-B179-575F67795BF9}" srcOrd="0" destOrd="0" presId="urn:microsoft.com/office/officeart/2018/2/layout/IconLabelList"/>
    <dgm:cxn modelId="{64900D7F-8061-4982-8374-99E96D076255}" type="presParOf" srcId="{7E324862-E3CB-4588-8A45-8741E165B1E2}" destId="{31FE92ED-3D8E-4430-BE5E-6ED6FD991CC5}" srcOrd="1" destOrd="0" presId="urn:microsoft.com/office/officeart/2018/2/layout/IconLabelList"/>
    <dgm:cxn modelId="{6882DA02-4000-4797-86BA-4A33A0E21777}" type="presParOf" srcId="{7E324862-E3CB-4588-8A45-8741E165B1E2}" destId="{8100A616-D82D-4174-A2B4-3E24CD03148C}" srcOrd="2" destOrd="0" presId="urn:microsoft.com/office/officeart/2018/2/layout/IconLabelList"/>
    <dgm:cxn modelId="{6ABF33A5-7879-468F-94DF-EADF651F14A7}" type="presParOf" srcId="{62E59EC0-0DA8-45F1-B111-BE889029C01B}" destId="{5D079917-8EE2-45D1-A98C-C48AC5251AAC}" srcOrd="3" destOrd="0" presId="urn:microsoft.com/office/officeart/2018/2/layout/IconLabelList"/>
    <dgm:cxn modelId="{9D75F2AA-5B23-4975-BA84-2FE35B25261F}" type="presParOf" srcId="{62E59EC0-0DA8-45F1-B111-BE889029C01B}" destId="{655BCA86-9C5F-4499-880B-591CE2B817A4}" srcOrd="4" destOrd="0" presId="urn:microsoft.com/office/officeart/2018/2/layout/IconLabelList"/>
    <dgm:cxn modelId="{1DF6024A-0885-4FCD-83E4-06391F8DAD0C}" type="presParOf" srcId="{655BCA86-9C5F-4499-880B-591CE2B817A4}" destId="{683D1B1E-8024-45E7-A2BF-EA2D8E477636}" srcOrd="0" destOrd="0" presId="urn:microsoft.com/office/officeart/2018/2/layout/IconLabelList"/>
    <dgm:cxn modelId="{8D88A8FD-6631-45B0-90AB-EFFDCA588552}" type="presParOf" srcId="{655BCA86-9C5F-4499-880B-591CE2B817A4}" destId="{B1A2C09C-42F2-4F94-9512-AFBA8CB56C2D}" srcOrd="1" destOrd="0" presId="urn:microsoft.com/office/officeart/2018/2/layout/IconLabelList"/>
    <dgm:cxn modelId="{229E8421-9BD6-4EC8-8DD6-3292D75019F7}" type="presParOf" srcId="{655BCA86-9C5F-4499-880B-591CE2B817A4}" destId="{AD94D2D2-FE90-4852-BE9F-E587F24CD582}" srcOrd="2" destOrd="0" presId="urn:microsoft.com/office/officeart/2018/2/layout/IconLabelList"/>
    <dgm:cxn modelId="{3D4CCCB0-9866-4852-9004-2EAF89CFCCC8}" type="presParOf" srcId="{62E59EC0-0DA8-45F1-B111-BE889029C01B}" destId="{BB86CF24-ECE6-49FF-A46D-47E0806B59EB}" srcOrd="5" destOrd="0" presId="urn:microsoft.com/office/officeart/2018/2/layout/IconLabelList"/>
    <dgm:cxn modelId="{DF86E381-C937-46A6-AFF0-CBF9475CD95E}" type="presParOf" srcId="{62E59EC0-0DA8-45F1-B111-BE889029C01B}" destId="{6135AC7C-ACC9-477A-8D72-F15F41FA2F2F}" srcOrd="6" destOrd="0" presId="urn:microsoft.com/office/officeart/2018/2/layout/IconLabelList"/>
    <dgm:cxn modelId="{B3BD3F67-7E48-4ABF-BE28-64E2F400956D}" type="presParOf" srcId="{6135AC7C-ACC9-477A-8D72-F15F41FA2F2F}" destId="{E1F5CF72-2B41-4867-8658-C0A58D3A93AA}" srcOrd="0" destOrd="0" presId="urn:microsoft.com/office/officeart/2018/2/layout/IconLabelList"/>
    <dgm:cxn modelId="{CDE5D8CC-F893-4271-B2B5-8ABF2C485C67}" type="presParOf" srcId="{6135AC7C-ACC9-477A-8D72-F15F41FA2F2F}" destId="{0FA74F1C-7366-4FFA-A3F1-D87DAB08A47D}" srcOrd="1" destOrd="0" presId="urn:microsoft.com/office/officeart/2018/2/layout/IconLabelList"/>
    <dgm:cxn modelId="{65CA85BC-3ABA-479C-8C2A-595E2F939B3E}" type="presParOf" srcId="{6135AC7C-ACC9-477A-8D72-F15F41FA2F2F}" destId="{5D93C15B-D15D-43EF-9148-4F84ECA4FAB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3EF4C3-6E11-4277-899E-C2C316ADB335}">
      <dsp:nvSpPr>
        <dsp:cNvPr id="0" name=""/>
        <dsp:cNvSpPr/>
      </dsp:nvSpPr>
      <dsp:spPr>
        <a:xfrm>
          <a:off x="0" y="7096"/>
          <a:ext cx="4316172" cy="75477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High cancellations</a:t>
          </a:r>
        </a:p>
      </dsp:txBody>
      <dsp:txXfrm>
        <a:off x="36845" y="43941"/>
        <a:ext cx="4242482" cy="681087"/>
      </dsp:txXfrm>
    </dsp:sp>
    <dsp:sp modelId="{9D1C9458-6B21-4251-8695-50E98416919B}">
      <dsp:nvSpPr>
        <dsp:cNvPr id="0" name=""/>
        <dsp:cNvSpPr/>
      </dsp:nvSpPr>
      <dsp:spPr>
        <a:xfrm>
          <a:off x="0" y="816594"/>
          <a:ext cx="4316172" cy="75477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Static pricing</a:t>
          </a:r>
        </a:p>
      </dsp:txBody>
      <dsp:txXfrm>
        <a:off x="36845" y="853439"/>
        <a:ext cx="4242482" cy="681087"/>
      </dsp:txXfrm>
    </dsp:sp>
    <dsp:sp modelId="{82D0AD74-9738-422A-A333-C605D176A13F}">
      <dsp:nvSpPr>
        <dsp:cNvPr id="0" name=""/>
        <dsp:cNvSpPr/>
      </dsp:nvSpPr>
      <dsp:spPr>
        <a:xfrm>
          <a:off x="0" y="1626091"/>
          <a:ext cx="4316172" cy="75477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Seasonal demand</a:t>
          </a:r>
        </a:p>
      </dsp:txBody>
      <dsp:txXfrm>
        <a:off x="36845" y="1662936"/>
        <a:ext cx="4242482" cy="681087"/>
      </dsp:txXfrm>
    </dsp:sp>
    <dsp:sp modelId="{E1B31D3F-C96E-4154-830C-BA16C8C74279}">
      <dsp:nvSpPr>
        <dsp:cNvPr id="0" name=""/>
        <dsp:cNvSpPr/>
      </dsp:nvSpPr>
      <dsp:spPr>
        <a:xfrm>
          <a:off x="0" y="2435589"/>
          <a:ext cx="4316172" cy="75477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Objective: reduce cancellations and optimize pricing</a:t>
          </a:r>
        </a:p>
      </dsp:txBody>
      <dsp:txXfrm>
        <a:off x="36845" y="2472434"/>
        <a:ext cx="4242482" cy="6810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12F300-E9C3-40E9-9BC3-D3C6F463ACDC}">
      <dsp:nvSpPr>
        <dsp:cNvPr id="0" name=""/>
        <dsp:cNvSpPr/>
      </dsp:nvSpPr>
      <dsp:spPr>
        <a:xfrm>
          <a:off x="0" y="0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Analyze bookings</a:t>
          </a:r>
        </a:p>
      </dsp:txBody>
      <dsp:txXfrm>
        <a:off x="27017" y="27017"/>
        <a:ext cx="5483391" cy="868383"/>
      </dsp:txXfrm>
    </dsp:sp>
    <dsp:sp modelId="{B11386AF-7F9B-4E84-B9BC-892915D17BB4}">
      <dsp:nvSpPr>
        <dsp:cNvPr id="0" name=""/>
        <dsp:cNvSpPr/>
      </dsp:nvSpPr>
      <dsp:spPr>
        <a:xfrm>
          <a:off x="549123" y="1090129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Identify cancellation drivers</a:t>
          </a:r>
        </a:p>
      </dsp:txBody>
      <dsp:txXfrm>
        <a:off x="576140" y="1117146"/>
        <a:ext cx="5353968" cy="868383"/>
      </dsp:txXfrm>
    </dsp:sp>
    <dsp:sp modelId="{FD8916C1-7211-48FB-867F-D8DF8C74C12E}">
      <dsp:nvSpPr>
        <dsp:cNvPr id="0" name=""/>
        <dsp:cNvSpPr/>
      </dsp:nvSpPr>
      <dsp:spPr>
        <a:xfrm>
          <a:off x="1090050" y="2180258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Segment customers</a:t>
          </a:r>
        </a:p>
      </dsp:txBody>
      <dsp:txXfrm>
        <a:off x="1117067" y="2207275"/>
        <a:ext cx="5362164" cy="868383"/>
      </dsp:txXfrm>
    </dsp:sp>
    <dsp:sp modelId="{77CFD20E-AF63-4341-943E-FBAFCCAE3516}">
      <dsp:nvSpPr>
        <dsp:cNvPr id="0" name=""/>
        <dsp:cNvSpPr/>
      </dsp:nvSpPr>
      <dsp:spPr>
        <a:xfrm>
          <a:off x="1639174" y="3270387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Improve RevPAR</a:t>
          </a:r>
        </a:p>
      </dsp:txBody>
      <dsp:txXfrm>
        <a:off x="1666191" y="3297404"/>
        <a:ext cx="5353968" cy="868383"/>
      </dsp:txXfrm>
    </dsp:sp>
    <dsp:sp modelId="{F37D2777-86F7-40A7-96AE-D71667340AAC}">
      <dsp:nvSpPr>
        <dsp:cNvPr id="0" name=""/>
        <dsp:cNvSpPr/>
      </dsp:nvSpPr>
      <dsp:spPr>
        <a:xfrm>
          <a:off x="5957125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092028" y="706487"/>
        <a:ext cx="329765" cy="451177"/>
      </dsp:txXfrm>
    </dsp:sp>
    <dsp:sp modelId="{796FE9D8-C2B8-4F1C-83E4-4070C6BE6C10}">
      <dsp:nvSpPr>
        <dsp:cNvPr id="0" name=""/>
        <dsp:cNvSpPr/>
      </dsp:nvSpPr>
      <dsp:spPr>
        <a:xfrm>
          <a:off x="6506249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641152" y="1796616"/>
        <a:ext cx="329765" cy="451177"/>
      </dsp:txXfrm>
    </dsp:sp>
    <dsp:sp modelId="{5B3AFF6A-0CAA-4037-B9DF-8C9459E340D2}">
      <dsp:nvSpPr>
        <dsp:cNvPr id="0" name=""/>
        <dsp:cNvSpPr/>
      </dsp:nvSpPr>
      <dsp:spPr>
        <a:xfrm>
          <a:off x="7047176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182079" y="2886746"/>
        <a:ext cx="329765" cy="45117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E95088-8863-4A1A-A7C5-A233950D6753}">
      <dsp:nvSpPr>
        <dsp:cNvPr id="0" name=""/>
        <dsp:cNvSpPr/>
      </dsp:nvSpPr>
      <dsp:spPr>
        <a:xfrm>
          <a:off x="0" y="4316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Python, Pandas, NumPy</a:t>
          </a:r>
        </a:p>
      </dsp:txBody>
      <dsp:txXfrm>
        <a:off x="0" y="431616"/>
        <a:ext cx="2561209" cy="1536725"/>
      </dsp:txXfrm>
    </dsp:sp>
    <dsp:sp modelId="{6B61E4F3-64AE-4614-A53C-4B0E8D4B455C}">
      <dsp:nvSpPr>
        <dsp:cNvPr id="0" name=""/>
        <dsp:cNvSpPr/>
      </dsp:nvSpPr>
      <dsp:spPr>
        <a:xfrm>
          <a:off x="2817330" y="431616"/>
          <a:ext cx="2561209" cy="1536725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Matplotlib, Seaborn</a:t>
          </a:r>
        </a:p>
      </dsp:txBody>
      <dsp:txXfrm>
        <a:off x="2817330" y="431616"/>
        <a:ext cx="2561209" cy="1536725"/>
      </dsp:txXfrm>
    </dsp:sp>
    <dsp:sp modelId="{9C7E9F6C-AF7F-45F9-B082-3A1FEB91FB22}">
      <dsp:nvSpPr>
        <dsp:cNvPr id="0" name=""/>
        <dsp:cNvSpPr/>
      </dsp:nvSpPr>
      <dsp:spPr>
        <a:xfrm>
          <a:off x="5634661" y="431616"/>
          <a:ext cx="2561209" cy="1536725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Scikit-Learn</a:t>
          </a:r>
        </a:p>
      </dsp:txBody>
      <dsp:txXfrm>
        <a:off x="5634661" y="431616"/>
        <a:ext cx="2561209" cy="1536725"/>
      </dsp:txXfrm>
    </dsp:sp>
    <dsp:sp modelId="{78694E3C-D4BC-443F-8A7E-20E2D59973D4}">
      <dsp:nvSpPr>
        <dsp:cNvPr id="0" name=""/>
        <dsp:cNvSpPr/>
      </dsp:nvSpPr>
      <dsp:spPr>
        <a:xfrm>
          <a:off x="1408665" y="2224462"/>
          <a:ext cx="2561209" cy="1536725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Power BI</a:t>
          </a:r>
        </a:p>
      </dsp:txBody>
      <dsp:txXfrm>
        <a:off x="1408665" y="2224462"/>
        <a:ext cx="2561209" cy="1536725"/>
      </dsp:txXfrm>
    </dsp:sp>
    <dsp:sp modelId="{BFE4B84A-BF79-4709-A881-D1210C96F15C}">
      <dsp:nvSpPr>
        <dsp:cNvPr id="0" name=""/>
        <dsp:cNvSpPr/>
      </dsp:nvSpPr>
      <dsp:spPr>
        <a:xfrm>
          <a:off x="4225995" y="2224462"/>
          <a:ext cx="2561209" cy="153672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GitHub</a:t>
          </a:r>
        </a:p>
      </dsp:txBody>
      <dsp:txXfrm>
        <a:off x="4225995" y="2224462"/>
        <a:ext cx="2561209" cy="15367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23E7DC-8871-4068-950F-853704E623CA}">
      <dsp:nvSpPr>
        <dsp:cNvPr id="0" name=""/>
        <dsp:cNvSpPr/>
      </dsp:nvSpPr>
      <dsp:spPr>
        <a:xfrm>
          <a:off x="4481989" y="96658"/>
          <a:ext cx="1540371" cy="1540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Lead Time</a:t>
          </a:r>
        </a:p>
      </dsp:txBody>
      <dsp:txXfrm>
        <a:off x="4481989" y="96658"/>
        <a:ext cx="1540371" cy="1540371"/>
      </dsp:txXfrm>
    </dsp:sp>
    <dsp:sp modelId="{8495E7F0-8231-4FE1-8CD8-9661EF04C8C2}">
      <dsp:nvSpPr>
        <dsp:cNvPr id="0" name=""/>
        <dsp:cNvSpPr/>
      </dsp:nvSpPr>
      <dsp:spPr>
        <a:xfrm>
          <a:off x="1766988" y="-692"/>
          <a:ext cx="4352723" cy="4352723"/>
        </a:xfrm>
        <a:prstGeom prst="circularArrow">
          <a:avLst>
            <a:gd name="adj1" fmla="val 6901"/>
            <a:gd name="adj2" fmla="val 465251"/>
            <a:gd name="adj3" fmla="val 549840"/>
            <a:gd name="adj4" fmla="val 20584909"/>
            <a:gd name="adj5" fmla="val 8051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3785051-DB24-4619-9409-FD7539E155B2}">
      <dsp:nvSpPr>
        <dsp:cNvPr id="0" name=""/>
        <dsp:cNvSpPr/>
      </dsp:nvSpPr>
      <dsp:spPr>
        <a:xfrm>
          <a:off x="4481989" y="2714308"/>
          <a:ext cx="1540371" cy="1540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ADR Distribution</a:t>
          </a:r>
        </a:p>
      </dsp:txBody>
      <dsp:txXfrm>
        <a:off x="4481989" y="2714308"/>
        <a:ext cx="1540371" cy="1540371"/>
      </dsp:txXfrm>
    </dsp:sp>
    <dsp:sp modelId="{F1120F15-5893-445B-BB71-AD69471C272E}">
      <dsp:nvSpPr>
        <dsp:cNvPr id="0" name=""/>
        <dsp:cNvSpPr/>
      </dsp:nvSpPr>
      <dsp:spPr>
        <a:xfrm>
          <a:off x="1766988" y="-692"/>
          <a:ext cx="4352723" cy="4352723"/>
        </a:xfrm>
        <a:prstGeom prst="circularArrow">
          <a:avLst>
            <a:gd name="adj1" fmla="val 6901"/>
            <a:gd name="adj2" fmla="val 465251"/>
            <a:gd name="adj3" fmla="val 5949840"/>
            <a:gd name="adj4" fmla="val 4384909"/>
            <a:gd name="adj5" fmla="val 8051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F7CEB00-2505-4E58-B6E3-64A633245BE3}">
      <dsp:nvSpPr>
        <dsp:cNvPr id="0" name=""/>
        <dsp:cNvSpPr/>
      </dsp:nvSpPr>
      <dsp:spPr>
        <a:xfrm>
          <a:off x="1864339" y="2714308"/>
          <a:ext cx="1540371" cy="1540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Correlation Heatmap</a:t>
          </a:r>
        </a:p>
      </dsp:txBody>
      <dsp:txXfrm>
        <a:off x="1864339" y="2714308"/>
        <a:ext cx="1540371" cy="1540371"/>
      </dsp:txXfrm>
    </dsp:sp>
    <dsp:sp modelId="{6EBAC781-9D5C-4FF5-A5A8-ACEEE615B090}">
      <dsp:nvSpPr>
        <dsp:cNvPr id="0" name=""/>
        <dsp:cNvSpPr/>
      </dsp:nvSpPr>
      <dsp:spPr>
        <a:xfrm>
          <a:off x="1766988" y="-692"/>
          <a:ext cx="4352723" cy="4352723"/>
        </a:xfrm>
        <a:prstGeom prst="circularArrow">
          <a:avLst>
            <a:gd name="adj1" fmla="val 6901"/>
            <a:gd name="adj2" fmla="val 465251"/>
            <a:gd name="adj3" fmla="val 11349840"/>
            <a:gd name="adj4" fmla="val 9784909"/>
            <a:gd name="adj5" fmla="val 8051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BA4148F-BF2B-4220-B754-845D6E644E00}">
      <dsp:nvSpPr>
        <dsp:cNvPr id="0" name=""/>
        <dsp:cNvSpPr/>
      </dsp:nvSpPr>
      <dsp:spPr>
        <a:xfrm>
          <a:off x="1864339" y="96658"/>
          <a:ext cx="1540371" cy="15403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Cancellation Analysis</a:t>
          </a:r>
        </a:p>
      </dsp:txBody>
      <dsp:txXfrm>
        <a:off x="1864339" y="96658"/>
        <a:ext cx="1540371" cy="1540371"/>
      </dsp:txXfrm>
    </dsp:sp>
    <dsp:sp modelId="{74761833-3BCD-4C89-86C5-A1C5240005E7}">
      <dsp:nvSpPr>
        <dsp:cNvPr id="0" name=""/>
        <dsp:cNvSpPr/>
      </dsp:nvSpPr>
      <dsp:spPr>
        <a:xfrm>
          <a:off x="1766988" y="-692"/>
          <a:ext cx="4352723" cy="4352723"/>
        </a:xfrm>
        <a:prstGeom prst="circularArrow">
          <a:avLst>
            <a:gd name="adj1" fmla="val 6901"/>
            <a:gd name="adj2" fmla="val 465251"/>
            <a:gd name="adj3" fmla="val 16749840"/>
            <a:gd name="adj4" fmla="val 15184909"/>
            <a:gd name="adj5" fmla="val 8051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7545F5-FFC3-450C-AD6C-7B8B6B410C0E}">
      <dsp:nvSpPr>
        <dsp:cNvPr id="0" name=""/>
        <dsp:cNvSpPr/>
      </dsp:nvSpPr>
      <dsp:spPr>
        <a:xfrm>
          <a:off x="481140" y="1103361"/>
          <a:ext cx="783896" cy="7838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AA82F9-EB8C-4CE3-8A35-22A744D793CF}">
      <dsp:nvSpPr>
        <dsp:cNvPr id="0" name=""/>
        <dsp:cNvSpPr/>
      </dsp:nvSpPr>
      <dsp:spPr>
        <a:xfrm>
          <a:off x="2092" y="214871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Corporate</a:t>
          </a:r>
        </a:p>
      </dsp:txBody>
      <dsp:txXfrm>
        <a:off x="2092" y="2148717"/>
        <a:ext cx="1741992" cy="696796"/>
      </dsp:txXfrm>
    </dsp:sp>
    <dsp:sp modelId="{98173FB1-17C3-4A55-B179-575F67795BF9}">
      <dsp:nvSpPr>
        <dsp:cNvPr id="0" name=""/>
        <dsp:cNvSpPr/>
      </dsp:nvSpPr>
      <dsp:spPr>
        <a:xfrm>
          <a:off x="2527981" y="1103361"/>
          <a:ext cx="783896" cy="7838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00A616-D82D-4174-A2B4-3E24CD03148C}">
      <dsp:nvSpPr>
        <dsp:cNvPr id="0" name=""/>
        <dsp:cNvSpPr/>
      </dsp:nvSpPr>
      <dsp:spPr>
        <a:xfrm>
          <a:off x="2048933" y="214871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Leisure</a:t>
          </a:r>
        </a:p>
      </dsp:txBody>
      <dsp:txXfrm>
        <a:off x="2048933" y="2148717"/>
        <a:ext cx="1741992" cy="696796"/>
      </dsp:txXfrm>
    </dsp:sp>
    <dsp:sp modelId="{683D1B1E-8024-45E7-A2BF-EA2D8E477636}">
      <dsp:nvSpPr>
        <dsp:cNvPr id="0" name=""/>
        <dsp:cNvSpPr/>
      </dsp:nvSpPr>
      <dsp:spPr>
        <a:xfrm>
          <a:off x="4574822" y="1103361"/>
          <a:ext cx="783896" cy="7838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94D2D2-FE90-4852-BE9F-E587F24CD582}">
      <dsp:nvSpPr>
        <dsp:cNvPr id="0" name=""/>
        <dsp:cNvSpPr/>
      </dsp:nvSpPr>
      <dsp:spPr>
        <a:xfrm>
          <a:off x="4095774" y="214871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Early Bookers</a:t>
          </a:r>
        </a:p>
      </dsp:txBody>
      <dsp:txXfrm>
        <a:off x="4095774" y="2148717"/>
        <a:ext cx="1741992" cy="696796"/>
      </dsp:txXfrm>
    </dsp:sp>
    <dsp:sp modelId="{E1F5CF72-2B41-4867-8658-C0A58D3A93AA}">
      <dsp:nvSpPr>
        <dsp:cNvPr id="0" name=""/>
        <dsp:cNvSpPr/>
      </dsp:nvSpPr>
      <dsp:spPr>
        <a:xfrm>
          <a:off x="6621662" y="1103361"/>
          <a:ext cx="783896" cy="78389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93C15B-D15D-43EF-9148-4F84ECA4FAB8}">
      <dsp:nvSpPr>
        <dsp:cNvPr id="0" name=""/>
        <dsp:cNvSpPr/>
      </dsp:nvSpPr>
      <dsp:spPr>
        <a:xfrm>
          <a:off x="6142615" y="214871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Last-minute Bookers</a:t>
          </a:r>
        </a:p>
      </dsp:txBody>
      <dsp:txXfrm>
        <a:off x="6142615" y="2148717"/>
        <a:ext cx="1741992" cy="696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4724C3-A0E9-4A81-821C-B40D58E7FFA1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043EFB-F913-4594-87EA-99DD4402C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41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43EFB-F913-4594-87EA-99DD4402CF5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262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AD630B4-4CCC-7B1D-1803-DAED942D7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oney and passport">
            <a:extLst>
              <a:ext uri="{FF2B5EF4-FFF2-40B4-BE49-F238E27FC236}">
                <a16:creationId xmlns:a16="http://schemas.microsoft.com/office/drawing/2014/main" id="{809C7D5A-1770-4E2D-94EE-D07584918F4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25936" r="3064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137434"/>
            <a:ext cx="5886450" cy="3204429"/>
          </a:xfrm>
        </p:spPr>
        <p:txBody>
          <a:bodyPr anchor="t">
            <a:normAutofit/>
          </a:bodyPr>
          <a:lstStyle/>
          <a:p>
            <a:pPr algn="l"/>
            <a:r>
              <a:rPr lang="en-US" sz="35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Travel, Tourism &amp; Hospitality</a:t>
            </a:r>
            <a:br>
              <a:rPr lang="en-US" sz="35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5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Retention and Dynamic Pricing Analysis</a:t>
            </a:r>
            <a:endParaRPr lang="en-US" sz="35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4792531"/>
            <a:ext cx="4000500" cy="1089423"/>
          </a:xfrm>
        </p:spPr>
        <p:txBody>
          <a:bodyPr anchor="b">
            <a:normAutofit/>
          </a:bodyPr>
          <a:lstStyle/>
          <a:p>
            <a:pPr algn="l"/>
            <a:endParaRPr lang="en-US" sz="1600" b="1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MANSI SHARMA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264613-F0F7-08CE-0ADF-98407A64D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8855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7375" y="489508"/>
            <a:ext cx="4316172" cy="1667569"/>
          </a:xfrm>
        </p:spPr>
        <p:txBody>
          <a:bodyPr anchor="b">
            <a:normAutofit/>
          </a:bodyPr>
          <a:lstStyle/>
          <a:p>
            <a:r>
              <a:rPr lang="en-US" sz="350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</p:txBody>
      </p:sp>
      <p:pic>
        <p:nvPicPr>
          <p:cNvPr id="24" name="Graphic 23" descr="Tag">
            <a:extLst>
              <a:ext uri="{FF2B5EF4-FFF2-40B4-BE49-F238E27FC236}">
                <a16:creationId xmlns:a16="http://schemas.microsoft.com/office/drawing/2014/main" id="{8AE5EA2E-1402-526F-D2BA-33C2EAFA59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1097" y="1759590"/>
            <a:ext cx="2907124" cy="2907124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1" name="Content Placeholder 2">
            <a:extLst>
              <a:ext uri="{FF2B5EF4-FFF2-40B4-BE49-F238E27FC236}">
                <a16:creationId xmlns:a16="http://schemas.microsoft.com/office/drawing/2014/main" id="{F8C0C39F-C477-60FB-90A0-45CCB220D0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3847287"/>
              </p:ext>
            </p:extLst>
          </p:nvPr>
        </p:nvGraphicFramePr>
        <p:xfrm>
          <a:off x="4197376" y="2405894"/>
          <a:ext cx="4316172" cy="3197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6ED731F-CC2A-4120-4978-17811DFA6F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848902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73705C-E5C7-9538-70E3-781C53EB67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441437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and with pen over a color palette">
            <a:extLst>
              <a:ext uri="{FF2B5EF4-FFF2-40B4-BE49-F238E27FC236}">
                <a16:creationId xmlns:a16="http://schemas.microsoft.com/office/drawing/2014/main" id="{B55BBCA7-7088-D954-413C-C394FE9416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" r="1086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950" y="1860919"/>
            <a:ext cx="373146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7896" y="2299176"/>
            <a:ext cx="3098526" cy="15711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/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7896" y="4199213"/>
            <a:ext cx="3143954" cy="5985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  <a:defRPr sz="2200"/>
            </a:pPr>
            <a:r>
              <a:rPr lang="en-US" sz="1200" dirty="0"/>
              <a:t>Raw Data → Cleaning → Feature Engineering → EDA → Segmentation → Prediction → Dashboard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52377" y="403477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4AC989E-370F-3A82-0672-2C432F803C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091" b="909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7601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983C74-94F0-B9BD-5808-609767F887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319510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 b="1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EB4B1F12-515D-810A-F089-004F90EB0E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8774812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en-US" sz="4700" b="1">
                <a:latin typeface="Times New Roman" panose="02020603050405020304" pitchFamily="18" charset="0"/>
                <a:cs typeface="Times New Roman" panose="02020603050405020304" pitchFamily="18" charset="0"/>
              </a:rPr>
              <a:t>Dynamic Pricing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Seasonality</a:t>
            </a:r>
          </a:p>
          <a:p>
            <a:pPr>
              <a:defRPr sz="2200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</a:t>
            </a:r>
          </a:p>
          <a:p>
            <a:pPr>
              <a:defRPr sz="2200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Occupancy</a:t>
            </a:r>
          </a:p>
          <a:p>
            <a:pPr>
              <a:defRPr sz="2200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ADR</a:t>
            </a:r>
          </a:p>
          <a:p>
            <a:pPr>
              <a:defRPr sz="2200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Optimization</a:t>
            </a:r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70436E09-2390-8BCF-D743-B65A992EB8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83" r="16499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F5A1D2-E5F1-BF0D-0810-133C45504B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571" b="-445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US" sz="3500" b="1">
                <a:latin typeface="Times New Roman" panose="02020603050405020304" pitchFamily="18" charset="0"/>
                <a:cs typeface="Times New Roman" panose="02020603050405020304" pitchFamily="18" charset="0"/>
              </a:rPr>
              <a:t>Dashboard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Bookings</a:t>
            </a:r>
          </a:p>
          <a:p>
            <a:pPr>
              <a:defRPr sz="2200"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Cancellation Rate</a:t>
            </a:r>
          </a:p>
          <a:p>
            <a:pPr>
              <a:defRPr sz="2200"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ADR</a:t>
            </a:r>
          </a:p>
          <a:p>
            <a:pPr>
              <a:defRPr sz="2200"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RevPAR</a:t>
            </a:r>
          </a:p>
          <a:p>
            <a:pPr>
              <a:defRPr sz="2200"/>
            </a:pPr>
            <a:r>
              <a:rPr lang="en-US" sz="1700">
                <a:latin typeface="Times New Roman" panose="02020603050405020304" pitchFamily="18" charset="0"/>
                <a:cs typeface="Times New Roman" panose="02020603050405020304" pitchFamily="18" charset="0"/>
              </a:rPr>
              <a:t>Occupancy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handing over keys">
            <a:extLst>
              <a:ext uri="{FF2B5EF4-FFF2-40B4-BE49-F238E27FC236}">
                <a16:creationId xmlns:a16="http://schemas.microsoft.com/office/drawing/2014/main" id="{740DEDB1-30F9-8456-DB3B-41FE4BAEBD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092" r="36414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US" sz="35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lead-time bookings cancel more.</a:t>
            </a:r>
          </a:p>
          <a:p>
            <a:pPr>
              <a:defRPr sz="2200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customers cancel less.</a:t>
            </a:r>
          </a:p>
          <a:p>
            <a:pPr>
              <a:defRPr sz="2200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seasons support higher pricing.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 b="1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sz="1700">
                <a:latin typeface="Times New Roman" panose="02020603050405020304" pitchFamily="18" charset="0"/>
                <a:cs typeface="Times New Roman" panose="02020603050405020304" pitchFamily="18" charset="0"/>
              </a:rPr>
              <a:t>AI prediction</a:t>
            </a:r>
          </a:p>
          <a:p>
            <a:pPr>
              <a:defRPr sz="2200"/>
            </a:pPr>
            <a:r>
              <a:rPr sz="1700">
                <a:latin typeface="Times New Roman" panose="02020603050405020304" pitchFamily="18" charset="0"/>
                <a:cs typeface="Times New Roman" panose="02020603050405020304" pitchFamily="18" charset="0"/>
              </a:rPr>
              <a:t>Loyalty programs</a:t>
            </a:r>
          </a:p>
          <a:p>
            <a:pPr>
              <a:defRPr sz="2200"/>
            </a:pPr>
            <a:r>
              <a:rPr sz="1700">
                <a:latin typeface="Times New Roman" panose="02020603050405020304" pitchFamily="18" charset="0"/>
                <a:cs typeface="Times New Roman" panose="02020603050405020304" pitchFamily="18" charset="0"/>
              </a:rPr>
              <a:t>Dynamic pricing</a:t>
            </a:r>
          </a:p>
          <a:p>
            <a:pPr>
              <a:defRPr sz="2200"/>
            </a:pPr>
            <a:r>
              <a:rPr sz="170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offers</a:t>
            </a:r>
          </a:p>
        </p:txBody>
      </p:sp>
      <p:pic>
        <p:nvPicPr>
          <p:cNvPr id="5" name="Picture 4" descr="Calculator and folders">
            <a:extLst>
              <a:ext uri="{FF2B5EF4-FFF2-40B4-BE49-F238E27FC236}">
                <a16:creationId xmlns:a16="http://schemas.microsoft.com/office/drawing/2014/main" id="{F370D8F0-0C26-8F38-A4FA-B753C4B433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82" r="4072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pPr>
              <a:defRPr sz="2200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retention, revenue, and decision-making.</a:t>
            </a:r>
          </a:p>
          <a:p>
            <a:pPr>
              <a:defRPr sz="2200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pic>
        <p:nvPicPr>
          <p:cNvPr id="5" name="Picture 4" descr="Arrows pointing right while one points left">
            <a:extLst>
              <a:ext uri="{FF2B5EF4-FFF2-40B4-BE49-F238E27FC236}">
                <a16:creationId xmlns:a16="http://schemas.microsoft.com/office/drawing/2014/main" id="{60918A5C-349E-427F-BD9B-DE052576FF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94" r="22828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155</Words>
  <Application>Microsoft Office PowerPoint</Application>
  <PresentationFormat>On-screen Show (4:3)</PresentationFormat>
  <Paragraphs>56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Times New Roman</vt:lpstr>
      <vt:lpstr>Office Theme</vt:lpstr>
      <vt:lpstr>Travel, Tourism &amp; Hospitality Customer Retention and Dynamic Pricing Analysis</vt:lpstr>
      <vt:lpstr>Business Problem</vt:lpstr>
      <vt:lpstr>Business Objectives</vt:lpstr>
      <vt:lpstr>Technology Stack</vt:lpstr>
      <vt:lpstr>Workflow</vt:lpstr>
      <vt:lpstr>EDA</vt:lpstr>
      <vt:lpstr>Customer Segmentation</vt:lpstr>
      <vt:lpstr>Dynamic Pricing</vt:lpstr>
      <vt:lpstr>Dashboard KPIs</vt:lpstr>
      <vt:lpstr>Key Insights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 PC</dc:creator>
  <cp:keywords/>
  <dc:description>generated using python-pptx</dc:description>
  <cp:lastModifiedBy>Mansi Sharma</cp:lastModifiedBy>
  <cp:revision>2</cp:revision>
  <dcterms:created xsi:type="dcterms:W3CDTF">2013-01-27T09:14:16Z</dcterms:created>
  <dcterms:modified xsi:type="dcterms:W3CDTF">2026-07-15T09:43:12Z</dcterms:modified>
  <cp:category/>
</cp:coreProperties>
</file>